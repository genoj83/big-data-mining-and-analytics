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embeddedFontLst>
    <p:embeddedFont>
      <p:font typeface="Book Antiqua" panose="02040602050305030304" pitchFamily="18" charset="0"/>
      <p:regular r:id="rId21"/>
      <p:bold r:id="rId22"/>
      <p:italic r:id="rId23"/>
      <p:boldItalic r:id="rId24"/>
    </p:embeddedFont>
    <p:embeddedFont>
      <p:font typeface="Trebuchet MS" panose="020B0703020202090204" pitchFamily="34" charset="0"/>
      <p:regular r:id="rId25"/>
      <p:bold r:id="rId26"/>
      <p: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8" roundtripDataSignature="AMtx7mg9CTUKbIv7wwTHdyD+DwpRFRGsn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9"/>
  </p:normalViewPr>
  <p:slideViewPr>
    <p:cSldViewPr snapToGrid="0">
      <p:cViewPr varScale="1">
        <p:scale>
          <a:sx n="103" d="100"/>
          <a:sy n="103" d="100"/>
        </p:scale>
        <p:origin x="800"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GB"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 name="Google Shape;9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 name="Google Shape;98;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2ff69192a1d_1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 name="Google Shape;108;g2ff69192a1d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a:p>
            <a:pPr marL="0" lvl="0" indent="-76200" algn="l" rtl="0">
              <a:lnSpc>
                <a:spcPct val="100000"/>
              </a:lnSpc>
              <a:spcBef>
                <a:spcPts val="0"/>
              </a:spcBef>
              <a:spcAft>
                <a:spcPts val="0"/>
              </a:spcAft>
              <a:buClr>
                <a:schemeClr val="dk1"/>
              </a:buClr>
              <a:buSzPts val="1200"/>
              <a:buFont typeface="Noto Sans Symbols"/>
              <a:buChar char="▪"/>
            </a:pPr>
            <a:r>
              <a:rPr lang="en-GB"/>
              <a:t>Limited empirical investigation into the challenges encountered by Master's degree students </a:t>
            </a:r>
            <a:endParaRPr/>
          </a:p>
          <a:p>
            <a:pPr marL="0" lvl="0" indent="-76200" algn="l" rtl="0">
              <a:lnSpc>
                <a:spcPct val="100000"/>
              </a:lnSpc>
              <a:spcBef>
                <a:spcPts val="0"/>
              </a:spcBef>
              <a:spcAft>
                <a:spcPts val="0"/>
              </a:spcAft>
              <a:buClr>
                <a:schemeClr val="dk1"/>
              </a:buClr>
              <a:buSzPts val="1200"/>
              <a:buFont typeface="Noto Sans Symbols"/>
              <a:buChar char="▪"/>
            </a:pPr>
            <a:r>
              <a:rPr lang="en-GB"/>
              <a:t>during the dissertation writing process contributes to difficulties in completing dissertations, resulting in elevated dropout rates and delayed program completion. This study seeks to fill this research gap by examining the specific challenges and solutions.</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endParaRPr/>
          </a:p>
        </p:txBody>
      </p:sp>
      <p:sp>
        <p:nvSpPr>
          <p:cNvPr id="109" name="Google Shape;109;g2ff69192a1d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GB" sz="1200" b="0" i="0" u="none" strike="noStrike" cap="none">
                <a:solidFill>
                  <a:srgbClr val="000000"/>
                </a:solidFill>
                <a:latin typeface="Calibri"/>
                <a:ea typeface="Calibri"/>
                <a:cs typeface="Calibri"/>
                <a:sym typeface="Calibri"/>
              </a:rPr>
              <a:t>2</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9" name="Google Shape;129;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5" name="Google Shape;13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05cc8ad85c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6" name="Google Shape;156;g305cc8ad85c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7" name="Google Shape;157;g305cc8ad85c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GB"/>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308e2d8deb8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g308e2d8deb8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 name="Google Shape;164;g308e2d8deb8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GB"/>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308e2d8deb8_0_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0" name="Google Shape;170;g308e2d8deb8_0_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1" name="Google Shape;171;g308e2d8deb8_0_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GB"/>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3078a721397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7" name="Google Shape;177;g3078a721397_0_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8" name="Google Shape;178;g3078a721397_0_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GB"/>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08e2d8deb8_0_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4" name="Google Shape;184;g308e2d8deb8_0_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5" name="Google Shape;185;g308e2d8deb8_0_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GB"/>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3078a721397_0_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1" name="Google Shape;191;g3078a721397_0_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2" name="Google Shape;192;g3078a721397_0_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GB"/>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305cc8ad85c_0_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8" name="Google Shape;198;g305cc8ad85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9" name="Google Shape;199;g305cc8ad85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GB"/>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308e2d8deb8_0_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5" name="Google Shape;205;g308e2d8deb8_0_3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6" name="Google Shape;206;g308e2d8deb8_0_3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GB"/>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308e2d8deb8_0_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4" name="Google Shape;214;g308e2d8deb8_0_4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5" name="Google Shape;215;g308e2d8deb8_0_4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GB"/>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308e2d8deb8_0_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2" name="Google Shape;222;g308e2d8deb8_0_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3" name="Google Shape;223;g308e2d8deb8_0_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GB"/>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308e2d8deb8_0_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0" name="Google Shape;230;g308e2d8deb8_0_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1" name="Google Shape;231;g308e2d8deb8_0_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GB"/>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2d508f211d5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7" name="Google Shape;237;g2d508f211d5_0_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8" name="Google Shape;238;g2d508f211d5_0_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GB"/>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2d508f211d5_0_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4" name="Google Shape;244;g2d508f211d5_0_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5" name="Google Shape;245;g2d508f211d5_0_2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GB"/>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7" name="Google Shape;257;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4.png"/><Relationship Id="rId7"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hyperlink" Target="mailto:info@ucu.ac.ug" TargetMode="External"/><Relationship Id="rId5" Type="http://schemas.openxmlformats.org/officeDocument/2006/relationships/hyperlink" Target="https://ucu.ac.ug/" TargetMode="External"/><Relationship Id="rId4" Type="http://schemas.openxmlformats.org/officeDocument/2006/relationships/image" Target="../media/image5.png"/><Relationship Id="rId9"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2"/>
        <p:cNvGrpSpPr/>
        <p:nvPr/>
      </p:nvGrpSpPr>
      <p:grpSpPr>
        <a:xfrm>
          <a:off x="0" y="0"/>
          <a:ext cx="0" cy="0"/>
          <a:chOff x="0" y="0"/>
          <a:chExt cx="0" cy="0"/>
        </a:xfrm>
      </p:grpSpPr>
      <p:sp>
        <p:nvSpPr>
          <p:cNvPr id="23" name="Google Shape;23;p1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1F497D"/>
              </a:buClr>
              <a:buSzPts val="6000"/>
              <a:buFont typeface="Trebuchet MS"/>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SzPts val="2400"/>
              <a:buNone/>
              <a:defRPr sz="2400"/>
            </a:lvl1pPr>
            <a:lvl2pPr lvl="1" algn="ctr">
              <a:lnSpc>
                <a:spcPct val="90000"/>
              </a:lnSpc>
              <a:spcBef>
                <a:spcPts val="500"/>
              </a:spcBef>
              <a:spcAft>
                <a:spcPts val="0"/>
              </a:spcAft>
              <a:buSzPts val="1900"/>
              <a:buNone/>
              <a:defRPr sz="2000"/>
            </a:lvl2pPr>
            <a:lvl3pPr lvl="2" algn="ctr">
              <a:lnSpc>
                <a:spcPct val="90000"/>
              </a:lnSpc>
              <a:spcBef>
                <a:spcPts val="500"/>
              </a:spcBef>
              <a:spcAft>
                <a:spcPts val="0"/>
              </a:spcAft>
              <a:buSzPts val="1620"/>
              <a:buNone/>
              <a:defRPr sz="1800"/>
            </a:lvl3pPr>
            <a:lvl4pPr lvl="3" algn="ctr">
              <a:lnSpc>
                <a:spcPct val="90000"/>
              </a:lnSpc>
              <a:spcBef>
                <a:spcPts val="500"/>
              </a:spcBef>
              <a:spcAft>
                <a:spcPts val="0"/>
              </a:spcAft>
              <a:buSzPts val="1408"/>
              <a:buNone/>
              <a:defRPr sz="1600"/>
            </a:lvl4pPr>
            <a:lvl5pPr lvl="4" algn="ctr">
              <a:lnSpc>
                <a:spcPct val="90000"/>
              </a:lnSpc>
              <a:spcBef>
                <a:spcPts val="500"/>
              </a:spcBef>
              <a:spcAft>
                <a:spcPts val="0"/>
              </a:spcAft>
              <a:buSzPts val="1376"/>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5" name="Google Shape;25;p11"/>
          <p:cNvSpPr txBox="1">
            <a:spLocks noGrp="1"/>
          </p:cNvSpPr>
          <p:nvPr>
            <p:ph type="dt" idx="10"/>
          </p:nvPr>
        </p:nvSpPr>
        <p:spPr>
          <a:xfrm>
            <a:off x="838200" y="6356350"/>
            <a:ext cx="102817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11"/>
          <p:cNvSpPr txBox="1">
            <a:spLocks noGrp="1"/>
          </p:cNvSpPr>
          <p:nvPr>
            <p:ph type="ftr" idx="11"/>
          </p:nvPr>
        </p:nvSpPr>
        <p:spPr>
          <a:xfrm>
            <a:off x="2116899" y="6356350"/>
            <a:ext cx="8129391"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1"/>
          <p:cNvSpPr txBox="1">
            <a:spLocks noGrp="1"/>
          </p:cNvSpPr>
          <p:nvPr>
            <p:ph type="sldNum" idx="12"/>
          </p:nvPr>
        </p:nvSpPr>
        <p:spPr>
          <a:xfrm>
            <a:off x="10809962" y="6356350"/>
            <a:ext cx="54383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8"/>
        <p:cNvGrpSpPr/>
        <p:nvPr/>
      </p:nvGrpSpPr>
      <p:grpSpPr>
        <a:xfrm>
          <a:off x="0" y="0"/>
          <a:ext cx="0" cy="0"/>
          <a:chOff x="0" y="0"/>
          <a:chExt cx="0" cy="0"/>
        </a:xfrm>
      </p:grpSpPr>
      <p:sp>
        <p:nvSpPr>
          <p:cNvPr id="29" name="Google Shape;29;p12"/>
          <p:cNvSpPr txBox="1">
            <a:spLocks noGrp="1"/>
          </p:cNvSpPr>
          <p:nvPr>
            <p:ph type="title"/>
          </p:nvPr>
        </p:nvSpPr>
        <p:spPr>
          <a:xfrm>
            <a:off x="838200" y="365126"/>
            <a:ext cx="10515600" cy="11430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F497D"/>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2"/>
          <p:cNvSpPr txBox="1">
            <a:spLocks noGrp="1"/>
          </p:cNvSpPr>
          <p:nvPr>
            <p:ph type="body" idx="1"/>
          </p:nvPr>
        </p:nvSpPr>
        <p:spPr>
          <a:xfrm>
            <a:off x="838200" y="1687514"/>
            <a:ext cx="10515600" cy="448945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SzPts val="1800"/>
              <a:buChar char="❑"/>
              <a:defRPr/>
            </a:lvl1pPr>
            <a:lvl2pPr marL="914400" lvl="1" indent="-337185" algn="l">
              <a:lnSpc>
                <a:spcPct val="90000"/>
              </a:lnSpc>
              <a:spcBef>
                <a:spcPts val="500"/>
              </a:spcBef>
              <a:spcAft>
                <a:spcPts val="0"/>
              </a:spcAft>
              <a:buSzPts val="1710"/>
              <a:buChar char="❑"/>
              <a:defRPr/>
            </a:lvl2pPr>
            <a:lvl3pPr marL="1371600" lvl="2" indent="-331469" algn="l">
              <a:lnSpc>
                <a:spcPct val="90000"/>
              </a:lnSpc>
              <a:spcBef>
                <a:spcPts val="500"/>
              </a:spcBef>
              <a:spcAft>
                <a:spcPts val="0"/>
              </a:spcAft>
              <a:buSzPts val="1620"/>
              <a:buChar char="❑"/>
              <a:defRPr/>
            </a:lvl3pPr>
            <a:lvl4pPr marL="1828800" lvl="3" indent="-329183" algn="l">
              <a:lnSpc>
                <a:spcPct val="90000"/>
              </a:lnSpc>
              <a:spcBef>
                <a:spcPts val="500"/>
              </a:spcBef>
              <a:spcAft>
                <a:spcPts val="0"/>
              </a:spcAft>
              <a:buSzPts val="1584"/>
              <a:buChar char="❑"/>
              <a:defRPr/>
            </a:lvl4pPr>
            <a:lvl5pPr marL="2286000" lvl="4" indent="-326898" algn="l">
              <a:lnSpc>
                <a:spcPct val="90000"/>
              </a:lnSpc>
              <a:spcBef>
                <a:spcPts val="500"/>
              </a:spcBef>
              <a:spcAft>
                <a:spcPts val="0"/>
              </a:spcAft>
              <a:buSzPts val="1548"/>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 name="Google Shape;31;p12"/>
          <p:cNvSpPr txBox="1">
            <a:spLocks noGrp="1"/>
          </p:cNvSpPr>
          <p:nvPr>
            <p:ph type="dt" idx="10"/>
          </p:nvPr>
        </p:nvSpPr>
        <p:spPr>
          <a:xfrm>
            <a:off x="838200" y="6356350"/>
            <a:ext cx="102817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12"/>
          <p:cNvSpPr txBox="1">
            <a:spLocks noGrp="1"/>
          </p:cNvSpPr>
          <p:nvPr>
            <p:ph type="ftr" idx="11"/>
          </p:nvPr>
        </p:nvSpPr>
        <p:spPr>
          <a:xfrm>
            <a:off x="2116899" y="6356350"/>
            <a:ext cx="8129391"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12"/>
          <p:cNvSpPr txBox="1">
            <a:spLocks noGrp="1"/>
          </p:cNvSpPr>
          <p:nvPr>
            <p:ph type="sldNum" idx="12"/>
          </p:nvPr>
        </p:nvSpPr>
        <p:spPr>
          <a:xfrm>
            <a:off x="10809962" y="6356350"/>
            <a:ext cx="54383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Last Slide">
  <p:cSld name="Last Slide">
    <p:spTree>
      <p:nvGrpSpPr>
        <p:cNvPr id="1" name="Shape 34"/>
        <p:cNvGrpSpPr/>
        <p:nvPr/>
      </p:nvGrpSpPr>
      <p:grpSpPr>
        <a:xfrm>
          <a:off x="0" y="0"/>
          <a:ext cx="0" cy="0"/>
          <a:chOff x="0" y="0"/>
          <a:chExt cx="0" cy="0"/>
        </a:xfrm>
      </p:grpSpPr>
      <p:sp>
        <p:nvSpPr>
          <p:cNvPr id="35" name="Google Shape;35;p18"/>
          <p:cNvSpPr txBox="1">
            <a:spLocks noGrp="1"/>
          </p:cNvSpPr>
          <p:nvPr>
            <p:ph type="sldNum" idx="12"/>
          </p:nvPr>
        </p:nvSpPr>
        <p:spPr>
          <a:xfrm>
            <a:off x="10809962" y="6356350"/>
            <a:ext cx="54383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GB"/>
              <a:t>‹#›</a:t>
            </a:fld>
            <a:endParaRPr/>
          </a:p>
        </p:txBody>
      </p:sp>
      <p:sp>
        <p:nvSpPr>
          <p:cNvPr id="36" name="Google Shape;36;p18"/>
          <p:cNvSpPr txBox="1">
            <a:spLocks noGrp="1"/>
          </p:cNvSpPr>
          <p:nvPr>
            <p:ph type="dt" idx="10"/>
          </p:nvPr>
        </p:nvSpPr>
        <p:spPr>
          <a:xfrm>
            <a:off x="838200" y="6356350"/>
            <a:ext cx="102817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8"/>
          <p:cNvSpPr txBox="1">
            <a:spLocks noGrp="1"/>
          </p:cNvSpPr>
          <p:nvPr>
            <p:ph type="ftr" idx="11"/>
          </p:nvPr>
        </p:nvSpPr>
        <p:spPr>
          <a:xfrm>
            <a:off x="2116899" y="6251714"/>
            <a:ext cx="8129391" cy="469762"/>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grpSp>
        <p:nvGrpSpPr>
          <p:cNvPr id="38" name="Google Shape;38;p18"/>
          <p:cNvGrpSpPr/>
          <p:nvPr/>
        </p:nvGrpSpPr>
        <p:grpSpPr>
          <a:xfrm>
            <a:off x="888267" y="4604423"/>
            <a:ext cx="5551131" cy="1360803"/>
            <a:chOff x="3063490" y="4400284"/>
            <a:chExt cx="5551131" cy="1360803"/>
          </a:xfrm>
        </p:grpSpPr>
        <p:grpSp>
          <p:nvGrpSpPr>
            <p:cNvPr id="39" name="Google Shape;39;p18"/>
            <p:cNvGrpSpPr/>
            <p:nvPr/>
          </p:nvGrpSpPr>
          <p:grpSpPr>
            <a:xfrm>
              <a:off x="4215162" y="4400284"/>
              <a:ext cx="4399459" cy="1360286"/>
              <a:chOff x="3595675" y="3836538"/>
              <a:chExt cx="5247402" cy="1632365"/>
            </a:xfrm>
          </p:grpSpPr>
          <p:pic>
            <p:nvPicPr>
              <p:cNvPr id="40" name="Google Shape;40;p18" descr="facebook instagram whatsapp PNG image with transparent background | TOPpng"/>
              <p:cNvPicPr preferRelativeResize="0"/>
              <p:nvPr/>
            </p:nvPicPr>
            <p:blipFill rotWithShape="1">
              <a:blip r:embed="rId2">
                <a:alphaModFix/>
              </a:blip>
              <a:srcRect r="66494" b="67238"/>
              <a:stretch/>
            </p:blipFill>
            <p:spPr>
              <a:xfrm>
                <a:off x="3693167" y="4915321"/>
                <a:ext cx="249211" cy="259159"/>
              </a:xfrm>
              <a:prstGeom prst="rect">
                <a:avLst/>
              </a:prstGeom>
              <a:noFill/>
              <a:ln>
                <a:noFill/>
              </a:ln>
            </p:spPr>
          </p:pic>
          <p:pic>
            <p:nvPicPr>
              <p:cNvPr id="41" name="Google Shape;41;p18" descr="facebook instagram whatsapp PNG image with transparent background | TOPpng"/>
              <p:cNvPicPr preferRelativeResize="0"/>
              <p:nvPr/>
            </p:nvPicPr>
            <p:blipFill rotWithShape="1">
              <a:blip r:embed="rId3">
                <a:alphaModFix/>
              </a:blip>
              <a:srcRect l="67402" b="69905"/>
              <a:stretch/>
            </p:blipFill>
            <p:spPr>
              <a:xfrm>
                <a:off x="3685804" y="5173122"/>
                <a:ext cx="263933" cy="259160"/>
              </a:xfrm>
              <a:prstGeom prst="rect">
                <a:avLst/>
              </a:prstGeom>
              <a:noFill/>
              <a:ln>
                <a:noFill/>
              </a:ln>
            </p:spPr>
          </p:pic>
          <p:pic>
            <p:nvPicPr>
              <p:cNvPr id="42" name="Google Shape;42;p18" descr="Round black telephone logo, Telephone Icon, Phone File, electronics, logo,  black And White png | PNGWing"/>
              <p:cNvPicPr preferRelativeResize="0"/>
              <p:nvPr/>
            </p:nvPicPr>
            <p:blipFill rotWithShape="1">
              <a:blip r:embed="rId4">
                <a:alphaModFix/>
              </a:blip>
              <a:srcRect/>
              <a:stretch/>
            </p:blipFill>
            <p:spPr>
              <a:xfrm>
                <a:off x="3693167" y="4579064"/>
                <a:ext cx="249209" cy="259159"/>
              </a:xfrm>
              <a:prstGeom prst="rect">
                <a:avLst/>
              </a:prstGeom>
              <a:noFill/>
              <a:ln>
                <a:noFill/>
              </a:ln>
            </p:spPr>
          </p:pic>
          <p:sp>
            <p:nvSpPr>
              <p:cNvPr id="43" name="Google Shape;43;p18"/>
              <p:cNvSpPr txBox="1"/>
              <p:nvPr/>
            </p:nvSpPr>
            <p:spPr>
              <a:xfrm>
                <a:off x="3943860" y="4840719"/>
                <a:ext cx="2964236" cy="332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GB" sz="1200" b="0" i="0" u="none" strike="noStrike" cap="none">
                    <a:solidFill>
                      <a:srgbClr val="000000"/>
                    </a:solidFill>
                    <a:latin typeface="Trebuchet MS"/>
                    <a:ea typeface="Trebuchet MS"/>
                    <a:cs typeface="Trebuchet MS"/>
                    <a:sym typeface="Trebuchet MS"/>
                  </a:rPr>
                  <a:t>@ugandachristianuniversity</a:t>
                </a:r>
                <a:endParaRPr sz="1200" b="0" i="0" u="none" strike="noStrike" cap="none">
                  <a:solidFill>
                    <a:srgbClr val="000000"/>
                  </a:solidFill>
                  <a:latin typeface="Trebuchet MS"/>
                  <a:ea typeface="Trebuchet MS"/>
                  <a:cs typeface="Trebuchet MS"/>
                  <a:sym typeface="Trebuchet MS"/>
                </a:endParaRPr>
              </a:p>
            </p:txBody>
          </p:sp>
          <p:sp>
            <p:nvSpPr>
              <p:cNvPr id="44" name="Google Shape;44;p18"/>
              <p:cNvSpPr txBox="1"/>
              <p:nvPr/>
            </p:nvSpPr>
            <p:spPr>
              <a:xfrm>
                <a:off x="6724749" y="4848559"/>
                <a:ext cx="1781016" cy="36933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en-GB" sz="1350" b="0" i="0" u="none" strike="noStrike" cap="none">
                    <a:solidFill>
                      <a:srgbClr val="0C0C0C"/>
                    </a:solidFill>
                    <a:latin typeface="Trebuchet MS"/>
                    <a:ea typeface="Trebuchet MS"/>
                    <a:cs typeface="Trebuchet MS"/>
                    <a:sym typeface="Trebuchet MS"/>
                  </a:rPr>
                  <a:t>@</a:t>
                </a:r>
                <a:r>
                  <a:rPr lang="en-GB" sz="1200" b="0" i="0" u="none" strike="noStrike" cap="none">
                    <a:solidFill>
                      <a:srgbClr val="0C0C0C"/>
                    </a:solidFill>
                    <a:latin typeface="Trebuchet MS"/>
                    <a:ea typeface="Trebuchet MS"/>
                    <a:cs typeface="Trebuchet MS"/>
                    <a:sym typeface="Trebuchet MS"/>
                  </a:rPr>
                  <a:t>UCUniversity</a:t>
                </a:r>
                <a:endParaRPr sz="1350" b="0" i="0" u="none" strike="noStrike" cap="none">
                  <a:solidFill>
                    <a:srgbClr val="0C0C0C"/>
                  </a:solidFill>
                  <a:latin typeface="Trebuchet MS"/>
                  <a:ea typeface="Trebuchet MS"/>
                  <a:cs typeface="Trebuchet MS"/>
                  <a:sym typeface="Trebuchet MS"/>
                </a:endParaRPr>
              </a:p>
            </p:txBody>
          </p:sp>
          <p:sp>
            <p:nvSpPr>
              <p:cNvPr id="45" name="Google Shape;45;p18"/>
              <p:cNvSpPr txBox="1"/>
              <p:nvPr/>
            </p:nvSpPr>
            <p:spPr>
              <a:xfrm>
                <a:off x="3961223" y="5136500"/>
                <a:ext cx="3240066" cy="332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GB" sz="1200" b="0" i="0" u="none" strike="noStrike" cap="none">
                    <a:solidFill>
                      <a:srgbClr val="0C0C0C"/>
                    </a:solidFill>
                    <a:latin typeface="Trebuchet MS"/>
                    <a:ea typeface="Trebuchet MS"/>
                    <a:cs typeface="Trebuchet MS"/>
                    <a:sym typeface="Trebuchet MS"/>
                  </a:rPr>
                  <a:t>@UgandaChristianUniversity</a:t>
                </a:r>
                <a:endParaRPr sz="1200" b="0" i="0" u="none" strike="noStrike" cap="none">
                  <a:solidFill>
                    <a:srgbClr val="0C0C0C"/>
                  </a:solidFill>
                  <a:latin typeface="Trebuchet MS"/>
                  <a:ea typeface="Trebuchet MS"/>
                  <a:cs typeface="Trebuchet MS"/>
                  <a:sym typeface="Trebuchet MS"/>
                </a:endParaRPr>
              </a:p>
            </p:txBody>
          </p:sp>
          <p:sp>
            <p:nvSpPr>
              <p:cNvPr id="46" name="Google Shape;46;p18"/>
              <p:cNvSpPr txBox="1"/>
              <p:nvPr/>
            </p:nvSpPr>
            <p:spPr>
              <a:xfrm>
                <a:off x="3619181" y="4118017"/>
                <a:ext cx="5223896" cy="72020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GB" sz="1100" b="0" i="0" u="none" strike="noStrike" cap="none">
                    <a:solidFill>
                      <a:srgbClr val="1E4E79"/>
                    </a:solidFill>
                    <a:latin typeface="Trebuchet MS"/>
                    <a:ea typeface="Trebuchet MS"/>
                    <a:cs typeface="Trebuchet MS"/>
                    <a:sym typeface="Trebuchet MS"/>
                  </a:rPr>
                  <a:t>P.O. Box 4 Mukono, Uganda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GB" sz="1100" b="0" i="0" u="none" strike="noStrike" cap="none">
                    <a:solidFill>
                      <a:srgbClr val="1E4E79"/>
                    </a:solidFill>
                    <a:latin typeface="Trebuchet MS"/>
                    <a:ea typeface="Trebuchet MS"/>
                    <a:cs typeface="Trebuchet MS"/>
                    <a:sym typeface="Trebuchet MS"/>
                  </a:rPr>
                  <a:t>Tel: 256-312-350800</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FF"/>
                  </a:buClr>
                  <a:buSzPts val="1100"/>
                  <a:buFont typeface="Trebuchet MS"/>
                  <a:buNone/>
                </a:pPr>
                <a:r>
                  <a:rPr lang="en-GB" sz="1100" b="0" i="0" u="sng" strike="noStrike" cap="none">
                    <a:solidFill>
                      <a:srgbClr val="0000FF"/>
                    </a:solidFill>
                    <a:latin typeface="Trebuchet MS"/>
                    <a:ea typeface="Trebuchet MS"/>
                    <a:cs typeface="Trebuchet MS"/>
                    <a:sym typeface="Trebuchet MS"/>
                    <a:hlinkClick r:id="rId5">
                      <a:extLst>
                        <a:ext uri="{A12FA001-AC4F-418D-AE19-62706E023703}">
                          <ahyp:hlinkClr xmlns:ahyp="http://schemas.microsoft.com/office/drawing/2018/hyperlinkcolor" val="tx"/>
                        </a:ext>
                      </a:extLst>
                    </a:hlinkClick>
                  </a:rPr>
                  <a:t>      https://ucu.ac.ug/</a:t>
                </a:r>
                <a:r>
                  <a:rPr lang="en-GB" sz="1100" b="0" i="0" u="none" strike="noStrike" cap="none">
                    <a:solidFill>
                      <a:srgbClr val="0000FF"/>
                    </a:solidFill>
                    <a:latin typeface="Trebuchet MS"/>
                    <a:ea typeface="Trebuchet MS"/>
                    <a:cs typeface="Trebuchet MS"/>
                    <a:sym typeface="Trebuchet MS"/>
                  </a:rPr>
                  <a:t> </a:t>
                </a:r>
                <a:r>
                  <a:rPr lang="en-GB" sz="1100" b="0" i="0" u="none" strike="noStrike" cap="none">
                    <a:solidFill>
                      <a:srgbClr val="1E4E79"/>
                    </a:solidFill>
                    <a:latin typeface="Trebuchet MS"/>
                    <a:ea typeface="Trebuchet MS"/>
                    <a:cs typeface="Trebuchet MS"/>
                    <a:sym typeface="Trebuchet MS"/>
                  </a:rPr>
                  <a:t>   Email: </a:t>
                </a:r>
                <a:r>
                  <a:rPr lang="en-GB" sz="1100" b="0" i="0" u="sng" strike="noStrike" cap="none">
                    <a:solidFill>
                      <a:srgbClr val="0000FF"/>
                    </a:solidFill>
                    <a:latin typeface="Trebuchet MS"/>
                    <a:ea typeface="Trebuchet MS"/>
                    <a:cs typeface="Trebuchet MS"/>
                    <a:sym typeface="Trebuchet MS"/>
                    <a:hlinkClick r:id="rId6">
                      <a:extLst>
                        <a:ext uri="{A12FA001-AC4F-418D-AE19-62706E023703}">
                          <ahyp:hlinkClr xmlns:ahyp="http://schemas.microsoft.com/office/drawing/2018/hyperlinkcolor" val="tx"/>
                        </a:ext>
                      </a:extLst>
                    </a:hlinkClick>
                  </a:rPr>
                  <a:t>info@ucu.ac.ug</a:t>
                </a:r>
                <a:r>
                  <a:rPr lang="en-GB" sz="1100" b="0" i="0" u="none" strike="noStrike" cap="none">
                    <a:solidFill>
                      <a:srgbClr val="0000FF"/>
                    </a:solidFill>
                    <a:latin typeface="Trebuchet MS"/>
                    <a:ea typeface="Trebuchet MS"/>
                    <a:cs typeface="Trebuchet MS"/>
                    <a:sym typeface="Trebuchet MS"/>
                  </a:rPr>
                  <a:t>.   </a:t>
                </a:r>
                <a:endParaRPr sz="1400" b="0" i="0" u="none" strike="noStrike" cap="none">
                  <a:solidFill>
                    <a:srgbClr val="000000"/>
                  </a:solidFill>
                  <a:latin typeface="Arial"/>
                  <a:ea typeface="Arial"/>
                  <a:cs typeface="Arial"/>
                  <a:sym typeface="Arial"/>
                </a:endParaRPr>
              </a:p>
            </p:txBody>
          </p:sp>
          <p:sp>
            <p:nvSpPr>
              <p:cNvPr id="47" name="Google Shape;47;p18"/>
              <p:cNvSpPr txBox="1"/>
              <p:nvPr/>
            </p:nvSpPr>
            <p:spPr>
              <a:xfrm>
                <a:off x="3595675" y="3836538"/>
                <a:ext cx="4174870" cy="40627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GB" sz="1600" b="1" i="0" u="none" strike="noStrike" cap="none">
                    <a:solidFill>
                      <a:srgbClr val="1E4E79"/>
                    </a:solidFill>
                    <a:latin typeface="Trebuchet MS"/>
                    <a:ea typeface="Trebuchet MS"/>
                    <a:cs typeface="Trebuchet MS"/>
                    <a:sym typeface="Trebuchet MS"/>
                  </a:rPr>
                  <a:t>Uganda Christian University</a:t>
                </a:r>
                <a:endParaRPr sz="1600" b="0" i="0" u="none" strike="noStrike" cap="none">
                  <a:solidFill>
                    <a:srgbClr val="1E4E79"/>
                  </a:solidFill>
                  <a:latin typeface="Trebuchet MS"/>
                  <a:ea typeface="Trebuchet MS"/>
                  <a:cs typeface="Trebuchet MS"/>
                  <a:sym typeface="Trebuchet MS"/>
                </a:endParaRPr>
              </a:p>
            </p:txBody>
          </p:sp>
          <p:pic>
            <p:nvPicPr>
              <p:cNvPr id="48" name="Google Shape;48;p18" descr="facebook instagram whatsapp PNG image with transparent background | TOPpng"/>
              <p:cNvPicPr preferRelativeResize="0"/>
              <p:nvPr/>
            </p:nvPicPr>
            <p:blipFill rotWithShape="1">
              <a:blip r:embed="rId3">
                <a:alphaModFix/>
              </a:blip>
              <a:srcRect t="34921" r="64675" b="31937"/>
              <a:stretch/>
            </p:blipFill>
            <p:spPr>
              <a:xfrm>
                <a:off x="6492923" y="4908033"/>
                <a:ext cx="260459" cy="259903"/>
              </a:xfrm>
              <a:prstGeom prst="rect">
                <a:avLst/>
              </a:prstGeom>
              <a:noFill/>
              <a:ln>
                <a:noFill/>
              </a:ln>
            </p:spPr>
          </p:pic>
        </p:grpSp>
        <p:pic>
          <p:nvPicPr>
            <p:cNvPr id="49" name="Google Shape;49;p18"/>
            <p:cNvPicPr preferRelativeResize="0"/>
            <p:nvPr/>
          </p:nvPicPr>
          <p:blipFill rotWithShape="1">
            <a:blip r:embed="rId7">
              <a:alphaModFix/>
            </a:blip>
            <a:srcRect l="4177" t="16271" r="77310" b="16736"/>
            <a:stretch/>
          </p:blipFill>
          <p:spPr>
            <a:xfrm>
              <a:off x="3063490" y="4440462"/>
              <a:ext cx="1197778" cy="1320625"/>
            </a:xfrm>
            <a:prstGeom prst="rect">
              <a:avLst/>
            </a:prstGeom>
            <a:noFill/>
            <a:ln>
              <a:noFill/>
            </a:ln>
          </p:spPr>
        </p:pic>
      </p:grpSp>
      <p:pic>
        <p:nvPicPr>
          <p:cNvPr id="50" name="Google Shape;50;p18" descr="Red button thank you icon Royalty Free Vector Image"/>
          <p:cNvPicPr preferRelativeResize="0"/>
          <p:nvPr/>
        </p:nvPicPr>
        <p:blipFill rotWithShape="1">
          <a:blip r:embed="rId8">
            <a:alphaModFix/>
          </a:blip>
          <a:srcRect b="13038"/>
          <a:stretch/>
        </p:blipFill>
        <p:spPr>
          <a:xfrm>
            <a:off x="5409985" y="1899157"/>
            <a:ext cx="1825644" cy="1704122"/>
          </a:xfrm>
          <a:prstGeom prst="rect">
            <a:avLst/>
          </a:prstGeom>
          <a:noFill/>
          <a:ln>
            <a:noFill/>
          </a:ln>
        </p:spPr>
      </p:pic>
      <p:grpSp>
        <p:nvGrpSpPr>
          <p:cNvPr id="51" name="Google Shape;51;p18"/>
          <p:cNvGrpSpPr/>
          <p:nvPr/>
        </p:nvGrpSpPr>
        <p:grpSpPr>
          <a:xfrm>
            <a:off x="8223082" y="4505034"/>
            <a:ext cx="4710416" cy="1774757"/>
            <a:chOff x="4261082" y="3159912"/>
            <a:chExt cx="5618294" cy="2129734"/>
          </a:xfrm>
        </p:grpSpPr>
        <p:pic>
          <p:nvPicPr>
            <p:cNvPr id="52" name="Google Shape;52;p18" descr="facebook instagram whatsapp PNG image with transparent background | TOPpng"/>
            <p:cNvPicPr preferRelativeResize="0"/>
            <p:nvPr/>
          </p:nvPicPr>
          <p:blipFill rotWithShape="1">
            <a:blip r:embed="rId2">
              <a:alphaModFix/>
            </a:blip>
            <a:srcRect r="66494" b="67238"/>
            <a:stretch/>
          </p:blipFill>
          <p:spPr>
            <a:xfrm>
              <a:off x="4333142" y="4196730"/>
              <a:ext cx="277638" cy="288721"/>
            </a:xfrm>
            <a:prstGeom prst="rect">
              <a:avLst/>
            </a:prstGeom>
            <a:noFill/>
            <a:ln>
              <a:noFill/>
            </a:ln>
          </p:spPr>
        </p:pic>
        <p:pic>
          <p:nvPicPr>
            <p:cNvPr id="53" name="Google Shape;53;p18" descr="Round black telephone logo, Telephone Icon, Phone File, electronics, logo,  black And White png | PNGWing"/>
            <p:cNvPicPr preferRelativeResize="0"/>
            <p:nvPr/>
          </p:nvPicPr>
          <p:blipFill rotWithShape="1">
            <a:blip r:embed="rId4">
              <a:alphaModFix/>
            </a:blip>
            <a:srcRect/>
            <a:stretch/>
          </p:blipFill>
          <p:spPr>
            <a:xfrm>
              <a:off x="4362423" y="4497666"/>
              <a:ext cx="245303" cy="255097"/>
            </a:xfrm>
            <a:prstGeom prst="rect">
              <a:avLst/>
            </a:prstGeom>
            <a:noFill/>
            <a:ln>
              <a:noFill/>
            </a:ln>
          </p:spPr>
        </p:pic>
        <p:sp>
          <p:nvSpPr>
            <p:cNvPr id="54" name="Google Shape;54;p18"/>
            <p:cNvSpPr txBox="1"/>
            <p:nvPr/>
          </p:nvSpPr>
          <p:spPr>
            <a:xfrm>
              <a:off x="4629313" y="4929543"/>
              <a:ext cx="2964236" cy="3601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Trebuchet MS"/>
                <a:ea typeface="Trebuchet MS"/>
                <a:cs typeface="Trebuchet MS"/>
                <a:sym typeface="Trebuchet MS"/>
              </a:endParaRPr>
            </a:p>
          </p:txBody>
        </p:sp>
        <p:sp>
          <p:nvSpPr>
            <p:cNvPr id="55" name="Google Shape;55;p18"/>
            <p:cNvSpPr txBox="1"/>
            <p:nvPr/>
          </p:nvSpPr>
          <p:spPr>
            <a:xfrm>
              <a:off x="4547946" y="4468247"/>
              <a:ext cx="1959178" cy="3139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GB" sz="1100" b="0" i="0" u="none" strike="noStrike" cap="none">
                  <a:solidFill>
                    <a:srgbClr val="0000FF"/>
                  </a:solidFill>
                  <a:latin typeface="Trebuchet MS"/>
                  <a:ea typeface="Trebuchet MS"/>
                  <a:cs typeface="Trebuchet MS"/>
                  <a:sym typeface="Trebuchet MS"/>
                </a:rPr>
                <a:t>https://cse.ucu.ac.ug/</a:t>
              </a:r>
              <a:endParaRPr sz="1100" b="0" i="0" u="none" strike="noStrike" cap="none">
                <a:solidFill>
                  <a:srgbClr val="0000FF"/>
                </a:solidFill>
                <a:latin typeface="Trebuchet MS"/>
                <a:ea typeface="Trebuchet MS"/>
                <a:cs typeface="Trebuchet MS"/>
                <a:sym typeface="Trebuchet MS"/>
              </a:endParaRPr>
            </a:p>
          </p:txBody>
        </p:sp>
        <p:sp>
          <p:nvSpPr>
            <p:cNvPr id="56" name="Google Shape;56;p18"/>
            <p:cNvSpPr txBox="1"/>
            <p:nvPr/>
          </p:nvSpPr>
          <p:spPr>
            <a:xfrm>
              <a:off x="6285518" y="4170852"/>
              <a:ext cx="1750610" cy="3324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GB" sz="1200" b="0" i="0" u="none" strike="noStrike" cap="none">
                  <a:solidFill>
                    <a:srgbClr val="0C0C0C"/>
                  </a:solidFill>
                  <a:latin typeface="Trebuchet MS"/>
                  <a:ea typeface="Trebuchet MS"/>
                  <a:cs typeface="Trebuchet MS"/>
                  <a:sym typeface="Trebuchet MS"/>
                </a:rPr>
                <a:t>@ucu_ComputEng</a:t>
              </a:r>
              <a:endParaRPr sz="1200" b="0" i="0" u="none" strike="noStrike" cap="none">
                <a:solidFill>
                  <a:srgbClr val="0C0C0C"/>
                </a:solidFill>
                <a:latin typeface="Trebuchet MS"/>
                <a:ea typeface="Trebuchet MS"/>
                <a:cs typeface="Trebuchet MS"/>
                <a:sym typeface="Trebuchet MS"/>
              </a:endParaRPr>
            </a:p>
          </p:txBody>
        </p:sp>
        <p:sp>
          <p:nvSpPr>
            <p:cNvPr id="57" name="Google Shape;57;p18"/>
            <p:cNvSpPr txBox="1"/>
            <p:nvPr/>
          </p:nvSpPr>
          <p:spPr>
            <a:xfrm>
              <a:off x="4547946" y="4152767"/>
              <a:ext cx="1581881" cy="3139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GB" sz="1100" b="0" i="0" u="none" strike="noStrike" cap="none">
                  <a:solidFill>
                    <a:srgbClr val="0C0C0C"/>
                  </a:solidFill>
                  <a:latin typeface="Trebuchet MS"/>
                  <a:ea typeface="Trebuchet MS"/>
                  <a:cs typeface="Trebuchet MS"/>
                  <a:sym typeface="Trebuchet MS"/>
                </a:rPr>
                <a:t>@ucucomputeng</a:t>
              </a:r>
              <a:endParaRPr sz="1100" b="0" i="0" u="none" strike="noStrike" cap="none">
                <a:solidFill>
                  <a:srgbClr val="0C0C0C"/>
                </a:solidFill>
                <a:latin typeface="Trebuchet MS"/>
                <a:ea typeface="Trebuchet MS"/>
                <a:cs typeface="Trebuchet MS"/>
                <a:sym typeface="Trebuchet MS"/>
              </a:endParaRPr>
            </a:p>
          </p:txBody>
        </p:sp>
        <p:sp>
          <p:nvSpPr>
            <p:cNvPr id="58" name="Google Shape;58;p18"/>
            <p:cNvSpPr txBox="1"/>
            <p:nvPr/>
          </p:nvSpPr>
          <p:spPr>
            <a:xfrm>
              <a:off x="4281392" y="3800378"/>
              <a:ext cx="5597984" cy="3139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GB" sz="1100" b="0" i="0" u="none" strike="noStrike" cap="none">
                  <a:solidFill>
                    <a:srgbClr val="1E4E79"/>
                  </a:solidFill>
                  <a:latin typeface="Trebuchet MS"/>
                  <a:ea typeface="Trebuchet MS"/>
                  <a:cs typeface="Trebuchet MS"/>
                  <a:sym typeface="Trebuchet MS"/>
                </a:rPr>
                <a:t>Tel: +256 (0) 312 350 863 | WhatsApp: +256 (0) 708 114 300</a:t>
              </a:r>
              <a:endParaRPr sz="1400" b="0" i="0" u="none" strike="noStrike" cap="none">
                <a:solidFill>
                  <a:srgbClr val="000000"/>
                </a:solidFill>
                <a:latin typeface="Arial"/>
                <a:ea typeface="Arial"/>
                <a:cs typeface="Arial"/>
                <a:sym typeface="Arial"/>
              </a:endParaRPr>
            </a:p>
          </p:txBody>
        </p:sp>
        <p:sp>
          <p:nvSpPr>
            <p:cNvPr id="59" name="Google Shape;59;p18"/>
            <p:cNvSpPr txBox="1"/>
            <p:nvPr/>
          </p:nvSpPr>
          <p:spPr>
            <a:xfrm>
              <a:off x="4261082" y="3159912"/>
              <a:ext cx="5597985" cy="62787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GB" sz="1600" b="1" i="0" u="none" strike="noStrike" cap="none">
                  <a:solidFill>
                    <a:srgbClr val="1E4E79"/>
                  </a:solidFill>
                  <a:latin typeface="Trebuchet MS"/>
                  <a:ea typeface="Trebuchet MS"/>
                  <a:cs typeface="Trebuchet MS"/>
                  <a:sym typeface="Trebuchet MS"/>
                </a:rPr>
                <a:t>Department of Computing &amp; Technology</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GB" sz="1200" b="1" i="0" u="none" strike="noStrike" cap="none">
                  <a:solidFill>
                    <a:srgbClr val="C00000"/>
                  </a:solidFill>
                  <a:latin typeface="Trebuchet MS"/>
                  <a:ea typeface="Trebuchet MS"/>
                  <a:cs typeface="Trebuchet MS"/>
                  <a:sym typeface="Trebuchet MS"/>
                </a:rPr>
                <a:t>FACULTY OF ENGINEERING, DESIGN AND TECHNOLOGY</a:t>
              </a:r>
              <a:endParaRPr sz="1200" b="0" i="0" u="none" strike="noStrike" cap="none">
                <a:solidFill>
                  <a:srgbClr val="C00000"/>
                </a:solidFill>
                <a:latin typeface="Trebuchet MS"/>
                <a:ea typeface="Trebuchet MS"/>
                <a:cs typeface="Trebuchet MS"/>
                <a:sym typeface="Trebuchet MS"/>
              </a:endParaRPr>
            </a:p>
          </p:txBody>
        </p:sp>
        <p:pic>
          <p:nvPicPr>
            <p:cNvPr id="60" name="Google Shape;60;p18" descr="facebook instagram whatsapp PNG image with transparent background | TOPpng"/>
            <p:cNvPicPr preferRelativeResize="0"/>
            <p:nvPr/>
          </p:nvPicPr>
          <p:blipFill rotWithShape="1">
            <a:blip r:embed="rId3">
              <a:alphaModFix/>
            </a:blip>
            <a:srcRect t="34921" r="64675" b="31937"/>
            <a:stretch/>
          </p:blipFill>
          <p:spPr>
            <a:xfrm>
              <a:off x="6070315" y="4226614"/>
              <a:ext cx="301120" cy="300476"/>
            </a:xfrm>
            <a:prstGeom prst="rect">
              <a:avLst/>
            </a:prstGeom>
            <a:noFill/>
            <a:ln>
              <a:noFill/>
            </a:ln>
          </p:spPr>
        </p:pic>
      </p:grpSp>
      <p:sp>
        <p:nvSpPr>
          <p:cNvPr id="61" name="Google Shape;61;p18"/>
          <p:cNvSpPr txBox="1"/>
          <p:nvPr/>
        </p:nvSpPr>
        <p:spPr>
          <a:xfrm>
            <a:off x="10081508" y="5598486"/>
            <a:ext cx="2000745" cy="2616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GB" sz="1100" b="0" i="0" u="none" strike="noStrike" cap="none">
                <a:solidFill>
                  <a:srgbClr val="1E4E79"/>
                </a:solidFill>
                <a:latin typeface="Trebuchet MS"/>
                <a:ea typeface="Trebuchet MS"/>
                <a:cs typeface="Trebuchet MS"/>
                <a:sym typeface="Trebuchet MS"/>
              </a:rPr>
              <a:t>Email: dct-</a:t>
            </a:r>
            <a:r>
              <a:rPr lang="en-GB" sz="1100" b="0" i="0" u="sng" strike="noStrike" cap="none">
                <a:solidFill>
                  <a:srgbClr val="0000FF"/>
                </a:solidFill>
                <a:latin typeface="Trebuchet MS"/>
                <a:ea typeface="Trebuchet MS"/>
                <a:cs typeface="Trebuchet MS"/>
                <a:sym typeface="Trebuchet MS"/>
                <a:hlinkClick r:id="rId6">
                  <a:extLst>
                    <a:ext uri="{A12FA001-AC4F-418D-AE19-62706E023703}">
                      <ahyp:hlinkClr xmlns:ahyp="http://schemas.microsoft.com/office/drawing/2018/hyperlinkcolor" val="tx"/>
                    </a:ext>
                  </a:extLst>
                </a:hlinkClick>
              </a:rPr>
              <a:t>info@ucu.ac.ug</a:t>
            </a:r>
            <a:endParaRPr sz="1100" b="0" i="0" u="none" strike="noStrike" cap="none">
              <a:solidFill>
                <a:srgbClr val="0000FF"/>
              </a:solidFill>
              <a:latin typeface="Trebuchet MS"/>
              <a:ea typeface="Trebuchet MS"/>
              <a:cs typeface="Trebuchet MS"/>
              <a:sym typeface="Trebuchet MS"/>
            </a:endParaRPr>
          </a:p>
        </p:txBody>
      </p:sp>
      <p:pic>
        <p:nvPicPr>
          <p:cNvPr id="62" name="Google Shape;62;p18"/>
          <p:cNvPicPr preferRelativeResize="0"/>
          <p:nvPr/>
        </p:nvPicPr>
        <p:blipFill rotWithShape="1">
          <a:blip r:embed="rId9">
            <a:alphaModFix/>
          </a:blip>
          <a:srcRect/>
          <a:stretch/>
        </p:blipFill>
        <p:spPr>
          <a:xfrm flipH="1">
            <a:off x="7631107" y="4473507"/>
            <a:ext cx="634564" cy="1407474"/>
          </a:xfrm>
          <a:prstGeom prst="rect">
            <a:avLst/>
          </a:prstGeom>
          <a:noFill/>
          <a:ln>
            <a:noFill/>
          </a:ln>
        </p:spPr>
      </p:pic>
      <p:cxnSp>
        <p:nvCxnSpPr>
          <p:cNvPr id="63" name="Google Shape;63;p18"/>
          <p:cNvCxnSpPr/>
          <p:nvPr/>
        </p:nvCxnSpPr>
        <p:spPr>
          <a:xfrm flipH="1">
            <a:off x="345989" y="4505034"/>
            <a:ext cx="11846011" cy="105016"/>
          </a:xfrm>
          <a:prstGeom prst="straightConnector1">
            <a:avLst/>
          </a:prstGeom>
          <a:noFill/>
          <a:ln w="9525" cap="flat" cmpd="sng">
            <a:solidFill>
              <a:schemeClr val="accent1"/>
            </a:solidFill>
            <a:prstDash val="solid"/>
            <a:miter lim="800000"/>
            <a:headEnd type="none" w="sm" len="sm"/>
            <a:tailEnd type="none" w="sm" len="sm"/>
          </a:ln>
        </p:spPr>
      </p:cxnSp>
      <p:sp>
        <p:nvSpPr>
          <p:cNvPr id="64" name="Google Shape;64;p18"/>
          <p:cNvSpPr txBox="1">
            <a:spLocks noGrp="1"/>
          </p:cNvSpPr>
          <p:nvPr>
            <p:ph type="title"/>
          </p:nvPr>
        </p:nvSpPr>
        <p:spPr>
          <a:xfrm>
            <a:off x="838200" y="365126"/>
            <a:ext cx="10515600" cy="11430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F497D"/>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65"/>
        <p:cNvGrpSpPr/>
        <p:nvPr/>
      </p:nvGrpSpPr>
      <p:grpSpPr>
        <a:xfrm>
          <a:off x="0" y="0"/>
          <a:ext cx="0" cy="0"/>
          <a:chOff x="0" y="0"/>
          <a:chExt cx="0" cy="0"/>
        </a:xfrm>
      </p:grpSpPr>
      <p:sp>
        <p:nvSpPr>
          <p:cNvPr id="66" name="Google Shape;66;p13"/>
          <p:cNvSpPr txBox="1">
            <a:spLocks noGrp="1"/>
          </p:cNvSpPr>
          <p:nvPr>
            <p:ph type="title"/>
          </p:nvPr>
        </p:nvSpPr>
        <p:spPr>
          <a:xfrm>
            <a:off x="838200" y="365126"/>
            <a:ext cx="10515600" cy="11430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F497D"/>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3"/>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SzPts val="1800"/>
              <a:buChar char="❑"/>
              <a:defRPr/>
            </a:lvl1pPr>
            <a:lvl2pPr marL="914400" lvl="1" indent="-337185" algn="l">
              <a:lnSpc>
                <a:spcPct val="90000"/>
              </a:lnSpc>
              <a:spcBef>
                <a:spcPts val="500"/>
              </a:spcBef>
              <a:spcAft>
                <a:spcPts val="0"/>
              </a:spcAft>
              <a:buSzPts val="1710"/>
              <a:buChar char="❑"/>
              <a:defRPr/>
            </a:lvl2pPr>
            <a:lvl3pPr marL="1371600" lvl="2" indent="-331469" algn="l">
              <a:lnSpc>
                <a:spcPct val="90000"/>
              </a:lnSpc>
              <a:spcBef>
                <a:spcPts val="500"/>
              </a:spcBef>
              <a:spcAft>
                <a:spcPts val="0"/>
              </a:spcAft>
              <a:buSzPts val="1620"/>
              <a:buChar char="❑"/>
              <a:defRPr/>
            </a:lvl3pPr>
            <a:lvl4pPr marL="1828800" lvl="3" indent="-329183" algn="l">
              <a:lnSpc>
                <a:spcPct val="90000"/>
              </a:lnSpc>
              <a:spcBef>
                <a:spcPts val="500"/>
              </a:spcBef>
              <a:spcAft>
                <a:spcPts val="0"/>
              </a:spcAft>
              <a:buSzPts val="1584"/>
              <a:buChar char="❑"/>
              <a:defRPr/>
            </a:lvl4pPr>
            <a:lvl5pPr marL="2286000" lvl="4" indent="-326898" algn="l">
              <a:lnSpc>
                <a:spcPct val="90000"/>
              </a:lnSpc>
              <a:spcBef>
                <a:spcPts val="500"/>
              </a:spcBef>
              <a:spcAft>
                <a:spcPts val="0"/>
              </a:spcAft>
              <a:buSzPts val="1548"/>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8" name="Google Shape;68;p13"/>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SzPts val="1800"/>
              <a:buChar char="❑"/>
              <a:defRPr/>
            </a:lvl1pPr>
            <a:lvl2pPr marL="914400" lvl="1" indent="-337185" algn="l">
              <a:lnSpc>
                <a:spcPct val="90000"/>
              </a:lnSpc>
              <a:spcBef>
                <a:spcPts val="500"/>
              </a:spcBef>
              <a:spcAft>
                <a:spcPts val="0"/>
              </a:spcAft>
              <a:buSzPts val="1710"/>
              <a:buChar char="❑"/>
              <a:defRPr/>
            </a:lvl2pPr>
            <a:lvl3pPr marL="1371600" lvl="2" indent="-331469" algn="l">
              <a:lnSpc>
                <a:spcPct val="90000"/>
              </a:lnSpc>
              <a:spcBef>
                <a:spcPts val="500"/>
              </a:spcBef>
              <a:spcAft>
                <a:spcPts val="0"/>
              </a:spcAft>
              <a:buSzPts val="1620"/>
              <a:buChar char="❑"/>
              <a:defRPr/>
            </a:lvl3pPr>
            <a:lvl4pPr marL="1828800" lvl="3" indent="-329183" algn="l">
              <a:lnSpc>
                <a:spcPct val="90000"/>
              </a:lnSpc>
              <a:spcBef>
                <a:spcPts val="500"/>
              </a:spcBef>
              <a:spcAft>
                <a:spcPts val="0"/>
              </a:spcAft>
              <a:buSzPts val="1584"/>
              <a:buChar char="❑"/>
              <a:defRPr/>
            </a:lvl4pPr>
            <a:lvl5pPr marL="2286000" lvl="4" indent="-326898" algn="l">
              <a:lnSpc>
                <a:spcPct val="90000"/>
              </a:lnSpc>
              <a:spcBef>
                <a:spcPts val="500"/>
              </a:spcBef>
              <a:spcAft>
                <a:spcPts val="0"/>
              </a:spcAft>
              <a:buSzPts val="1548"/>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9" name="Google Shape;69;p13"/>
          <p:cNvSpPr txBox="1">
            <a:spLocks noGrp="1"/>
          </p:cNvSpPr>
          <p:nvPr>
            <p:ph type="dt" idx="10"/>
          </p:nvPr>
        </p:nvSpPr>
        <p:spPr>
          <a:xfrm>
            <a:off x="838200" y="6356350"/>
            <a:ext cx="102817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3"/>
          <p:cNvSpPr txBox="1">
            <a:spLocks noGrp="1"/>
          </p:cNvSpPr>
          <p:nvPr>
            <p:ph type="ftr" idx="11"/>
          </p:nvPr>
        </p:nvSpPr>
        <p:spPr>
          <a:xfrm>
            <a:off x="2116899" y="6356350"/>
            <a:ext cx="8129391"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3"/>
          <p:cNvSpPr txBox="1">
            <a:spLocks noGrp="1"/>
          </p:cNvSpPr>
          <p:nvPr>
            <p:ph type="sldNum" idx="12"/>
          </p:nvPr>
        </p:nvSpPr>
        <p:spPr>
          <a:xfrm>
            <a:off x="10809962" y="6356350"/>
            <a:ext cx="54383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2"/>
        <p:cNvGrpSpPr/>
        <p:nvPr/>
      </p:nvGrpSpPr>
      <p:grpSpPr>
        <a:xfrm>
          <a:off x="0" y="0"/>
          <a:ext cx="0" cy="0"/>
          <a:chOff x="0" y="0"/>
          <a:chExt cx="0" cy="0"/>
        </a:xfrm>
      </p:grpSpPr>
      <p:sp>
        <p:nvSpPr>
          <p:cNvPr id="73" name="Google Shape;73;p19"/>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1F497D"/>
              </a:buClr>
              <a:buSzPts val="6000"/>
              <a:buFont typeface="Trebuchet MS"/>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9"/>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SzPts val="2400"/>
              <a:buNone/>
              <a:defRPr sz="2400">
                <a:solidFill>
                  <a:srgbClr val="888888"/>
                </a:solidFill>
              </a:defRPr>
            </a:lvl1pPr>
            <a:lvl2pPr marL="914400" lvl="1" indent="-228600" algn="l">
              <a:lnSpc>
                <a:spcPct val="90000"/>
              </a:lnSpc>
              <a:spcBef>
                <a:spcPts val="500"/>
              </a:spcBef>
              <a:spcAft>
                <a:spcPts val="0"/>
              </a:spcAft>
              <a:buSzPts val="1900"/>
              <a:buNone/>
              <a:defRPr sz="2000">
                <a:solidFill>
                  <a:srgbClr val="888888"/>
                </a:solidFill>
              </a:defRPr>
            </a:lvl2pPr>
            <a:lvl3pPr marL="1371600" lvl="2" indent="-228600" algn="l">
              <a:lnSpc>
                <a:spcPct val="90000"/>
              </a:lnSpc>
              <a:spcBef>
                <a:spcPts val="500"/>
              </a:spcBef>
              <a:spcAft>
                <a:spcPts val="0"/>
              </a:spcAft>
              <a:buSzPts val="1620"/>
              <a:buNone/>
              <a:defRPr sz="1800">
                <a:solidFill>
                  <a:srgbClr val="888888"/>
                </a:solidFill>
              </a:defRPr>
            </a:lvl3pPr>
            <a:lvl4pPr marL="1828800" lvl="3" indent="-228600" algn="l">
              <a:lnSpc>
                <a:spcPct val="90000"/>
              </a:lnSpc>
              <a:spcBef>
                <a:spcPts val="500"/>
              </a:spcBef>
              <a:spcAft>
                <a:spcPts val="0"/>
              </a:spcAft>
              <a:buSzPts val="1408"/>
              <a:buNone/>
              <a:defRPr sz="1600">
                <a:solidFill>
                  <a:srgbClr val="888888"/>
                </a:solidFill>
              </a:defRPr>
            </a:lvl4pPr>
            <a:lvl5pPr marL="2286000" lvl="4" indent="-228600" algn="l">
              <a:lnSpc>
                <a:spcPct val="90000"/>
              </a:lnSpc>
              <a:spcBef>
                <a:spcPts val="500"/>
              </a:spcBef>
              <a:spcAft>
                <a:spcPts val="0"/>
              </a:spcAft>
              <a:buSzPts val="1376"/>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75" name="Google Shape;75;p19"/>
          <p:cNvSpPr txBox="1">
            <a:spLocks noGrp="1"/>
          </p:cNvSpPr>
          <p:nvPr>
            <p:ph type="dt" idx="10"/>
          </p:nvPr>
        </p:nvSpPr>
        <p:spPr>
          <a:xfrm>
            <a:off x="838200" y="6356350"/>
            <a:ext cx="102817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9"/>
          <p:cNvSpPr txBox="1">
            <a:spLocks noGrp="1"/>
          </p:cNvSpPr>
          <p:nvPr>
            <p:ph type="ftr" idx="11"/>
          </p:nvPr>
        </p:nvSpPr>
        <p:spPr>
          <a:xfrm>
            <a:off x="2116899" y="6356350"/>
            <a:ext cx="8129391"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9"/>
          <p:cNvSpPr txBox="1">
            <a:spLocks noGrp="1"/>
          </p:cNvSpPr>
          <p:nvPr>
            <p:ph type="sldNum" idx="12"/>
          </p:nvPr>
        </p:nvSpPr>
        <p:spPr>
          <a:xfrm>
            <a:off x="10809962" y="6356350"/>
            <a:ext cx="54383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8"/>
        <p:cNvGrpSpPr/>
        <p:nvPr/>
      </p:nvGrpSpPr>
      <p:grpSpPr>
        <a:xfrm>
          <a:off x="0" y="0"/>
          <a:ext cx="0" cy="0"/>
          <a:chOff x="0" y="0"/>
          <a:chExt cx="0" cy="0"/>
        </a:xfrm>
      </p:grpSpPr>
      <p:sp>
        <p:nvSpPr>
          <p:cNvPr id="79" name="Google Shape;79;p20"/>
          <p:cNvSpPr txBox="1">
            <a:spLocks noGrp="1"/>
          </p:cNvSpPr>
          <p:nvPr>
            <p:ph type="title"/>
          </p:nvPr>
        </p:nvSpPr>
        <p:spPr>
          <a:xfrm>
            <a:off x="838200" y="365126"/>
            <a:ext cx="10515600" cy="11430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F497D"/>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20"/>
          <p:cNvSpPr txBox="1">
            <a:spLocks noGrp="1"/>
          </p:cNvSpPr>
          <p:nvPr>
            <p:ph type="dt" idx="10"/>
          </p:nvPr>
        </p:nvSpPr>
        <p:spPr>
          <a:xfrm>
            <a:off x="838200" y="6356350"/>
            <a:ext cx="102817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0"/>
          <p:cNvSpPr txBox="1">
            <a:spLocks noGrp="1"/>
          </p:cNvSpPr>
          <p:nvPr>
            <p:ph type="ftr" idx="11"/>
          </p:nvPr>
        </p:nvSpPr>
        <p:spPr>
          <a:xfrm>
            <a:off x="2116899" y="6356350"/>
            <a:ext cx="8129391"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20"/>
          <p:cNvSpPr txBox="1">
            <a:spLocks noGrp="1"/>
          </p:cNvSpPr>
          <p:nvPr>
            <p:ph type="sldNum" idx="12"/>
          </p:nvPr>
        </p:nvSpPr>
        <p:spPr>
          <a:xfrm>
            <a:off x="10809962" y="6356350"/>
            <a:ext cx="54383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3"/>
        <p:cNvGrpSpPr/>
        <p:nvPr/>
      </p:nvGrpSpPr>
      <p:grpSpPr>
        <a:xfrm>
          <a:off x="0" y="0"/>
          <a:ext cx="0" cy="0"/>
          <a:chOff x="0" y="0"/>
          <a:chExt cx="0" cy="0"/>
        </a:xfrm>
      </p:grpSpPr>
      <p:sp>
        <p:nvSpPr>
          <p:cNvPr id="84" name="Google Shape;84;p21"/>
          <p:cNvSpPr txBox="1">
            <a:spLocks noGrp="1"/>
          </p:cNvSpPr>
          <p:nvPr>
            <p:ph type="title"/>
          </p:nvPr>
        </p:nvSpPr>
        <p:spPr>
          <a:xfrm>
            <a:off x="838200" y="365126"/>
            <a:ext cx="10515600" cy="11430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F497D"/>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21"/>
          <p:cNvSpPr txBox="1">
            <a:spLocks noGrp="1"/>
          </p:cNvSpPr>
          <p:nvPr>
            <p:ph type="body" idx="1"/>
          </p:nvPr>
        </p:nvSpPr>
        <p:spPr>
          <a:xfrm rot="5400000">
            <a:off x="3851275" y="-1325561"/>
            <a:ext cx="4489450"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SzPts val="1800"/>
              <a:buChar char="❑"/>
              <a:defRPr/>
            </a:lvl1pPr>
            <a:lvl2pPr marL="914400" lvl="1" indent="-337185" algn="l">
              <a:lnSpc>
                <a:spcPct val="90000"/>
              </a:lnSpc>
              <a:spcBef>
                <a:spcPts val="500"/>
              </a:spcBef>
              <a:spcAft>
                <a:spcPts val="0"/>
              </a:spcAft>
              <a:buSzPts val="1710"/>
              <a:buChar char="❑"/>
              <a:defRPr/>
            </a:lvl2pPr>
            <a:lvl3pPr marL="1371600" lvl="2" indent="-331469" algn="l">
              <a:lnSpc>
                <a:spcPct val="90000"/>
              </a:lnSpc>
              <a:spcBef>
                <a:spcPts val="500"/>
              </a:spcBef>
              <a:spcAft>
                <a:spcPts val="0"/>
              </a:spcAft>
              <a:buSzPts val="1620"/>
              <a:buChar char="❑"/>
              <a:defRPr/>
            </a:lvl3pPr>
            <a:lvl4pPr marL="1828800" lvl="3" indent="-329183" algn="l">
              <a:lnSpc>
                <a:spcPct val="90000"/>
              </a:lnSpc>
              <a:spcBef>
                <a:spcPts val="500"/>
              </a:spcBef>
              <a:spcAft>
                <a:spcPts val="0"/>
              </a:spcAft>
              <a:buSzPts val="1584"/>
              <a:buChar char="❑"/>
              <a:defRPr/>
            </a:lvl4pPr>
            <a:lvl5pPr marL="2286000" lvl="4" indent="-326898" algn="l">
              <a:lnSpc>
                <a:spcPct val="90000"/>
              </a:lnSpc>
              <a:spcBef>
                <a:spcPts val="500"/>
              </a:spcBef>
              <a:spcAft>
                <a:spcPts val="0"/>
              </a:spcAft>
              <a:buSzPts val="1548"/>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6" name="Google Shape;86;p21"/>
          <p:cNvSpPr txBox="1">
            <a:spLocks noGrp="1"/>
          </p:cNvSpPr>
          <p:nvPr>
            <p:ph type="dt" idx="10"/>
          </p:nvPr>
        </p:nvSpPr>
        <p:spPr>
          <a:xfrm>
            <a:off x="838200" y="6356350"/>
            <a:ext cx="102817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21"/>
          <p:cNvSpPr txBox="1">
            <a:spLocks noGrp="1"/>
          </p:cNvSpPr>
          <p:nvPr>
            <p:ph type="ftr" idx="11"/>
          </p:nvPr>
        </p:nvSpPr>
        <p:spPr>
          <a:xfrm>
            <a:off x="2116899" y="6356350"/>
            <a:ext cx="8129391"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21"/>
          <p:cNvSpPr txBox="1">
            <a:spLocks noGrp="1"/>
          </p:cNvSpPr>
          <p:nvPr>
            <p:ph type="sldNum" idx="12"/>
          </p:nvPr>
        </p:nvSpPr>
        <p:spPr>
          <a:xfrm>
            <a:off x="10809962" y="6356350"/>
            <a:ext cx="54383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9"/>
        <p:cNvGrpSpPr/>
        <p:nvPr/>
      </p:nvGrpSpPr>
      <p:grpSpPr>
        <a:xfrm>
          <a:off x="0" y="0"/>
          <a:ext cx="0" cy="0"/>
          <a:chOff x="0" y="0"/>
          <a:chExt cx="0" cy="0"/>
        </a:xfrm>
      </p:grpSpPr>
      <p:sp>
        <p:nvSpPr>
          <p:cNvPr id="90" name="Google Shape;90;p2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F497D"/>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2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SzPts val="1800"/>
              <a:buChar char="❑"/>
              <a:defRPr/>
            </a:lvl1pPr>
            <a:lvl2pPr marL="914400" lvl="1" indent="-337185" algn="l">
              <a:lnSpc>
                <a:spcPct val="90000"/>
              </a:lnSpc>
              <a:spcBef>
                <a:spcPts val="500"/>
              </a:spcBef>
              <a:spcAft>
                <a:spcPts val="0"/>
              </a:spcAft>
              <a:buSzPts val="1710"/>
              <a:buChar char="❑"/>
              <a:defRPr/>
            </a:lvl2pPr>
            <a:lvl3pPr marL="1371600" lvl="2" indent="-331469" algn="l">
              <a:lnSpc>
                <a:spcPct val="90000"/>
              </a:lnSpc>
              <a:spcBef>
                <a:spcPts val="500"/>
              </a:spcBef>
              <a:spcAft>
                <a:spcPts val="0"/>
              </a:spcAft>
              <a:buSzPts val="1620"/>
              <a:buChar char="❑"/>
              <a:defRPr/>
            </a:lvl3pPr>
            <a:lvl4pPr marL="1828800" lvl="3" indent="-329183" algn="l">
              <a:lnSpc>
                <a:spcPct val="90000"/>
              </a:lnSpc>
              <a:spcBef>
                <a:spcPts val="500"/>
              </a:spcBef>
              <a:spcAft>
                <a:spcPts val="0"/>
              </a:spcAft>
              <a:buSzPts val="1584"/>
              <a:buChar char="❑"/>
              <a:defRPr/>
            </a:lvl4pPr>
            <a:lvl5pPr marL="2286000" lvl="4" indent="-326898" algn="l">
              <a:lnSpc>
                <a:spcPct val="90000"/>
              </a:lnSpc>
              <a:spcBef>
                <a:spcPts val="500"/>
              </a:spcBef>
              <a:spcAft>
                <a:spcPts val="0"/>
              </a:spcAft>
              <a:buSzPts val="1548"/>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2" name="Google Shape;92;p22"/>
          <p:cNvSpPr txBox="1">
            <a:spLocks noGrp="1"/>
          </p:cNvSpPr>
          <p:nvPr>
            <p:ph type="dt" idx="10"/>
          </p:nvPr>
        </p:nvSpPr>
        <p:spPr>
          <a:xfrm>
            <a:off x="838200" y="6356350"/>
            <a:ext cx="102817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22"/>
          <p:cNvSpPr txBox="1">
            <a:spLocks noGrp="1"/>
          </p:cNvSpPr>
          <p:nvPr>
            <p:ph type="ftr" idx="11"/>
          </p:nvPr>
        </p:nvSpPr>
        <p:spPr>
          <a:xfrm>
            <a:off x="2116899" y="6356350"/>
            <a:ext cx="8129391"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4" name="Google Shape;94;p22"/>
          <p:cNvSpPr txBox="1">
            <a:spLocks noGrp="1"/>
          </p:cNvSpPr>
          <p:nvPr>
            <p:ph type="sldNum" idx="12"/>
          </p:nvPr>
        </p:nvSpPr>
        <p:spPr>
          <a:xfrm>
            <a:off x="10809962" y="6356350"/>
            <a:ext cx="54383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hyperlink" Target="http://www.ucu.ac.ug/" TargetMode="Externa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hyperlink" Target="mailto:info@ucu.ac.ug" TargetMode="Externa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10"/>
          <p:cNvPicPr preferRelativeResize="0"/>
          <p:nvPr/>
        </p:nvPicPr>
        <p:blipFill rotWithShape="1">
          <a:blip r:embed="rId10">
            <a:alphaModFix/>
          </a:blip>
          <a:srcRect/>
          <a:stretch/>
        </p:blipFill>
        <p:spPr>
          <a:xfrm>
            <a:off x="9776791" y="0"/>
            <a:ext cx="2415209" cy="735885"/>
          </a:xfrm>
          <a:prstGeom prst="rect">
            <a:avLst/>
          </a:prstGeom>
          <a:noFill/>
          <a:ln>
            <a:noFill/>
          </a:ln>
        </p:spPr>
      </p:pic>
      <p:sp>
        <p:nvSpPr>
          <p:cNvPr id="11" name="Google Shape;11;p10"/>
          <p:cNvSpPr txBox="1">
            <a:spLocks noGrp="1"/>
          </p:cNvSpPr>
          <p:nvPr>
            <p:ph type="title"/>
          </p:nvPr>
        </p:nvSpPr>
        <p:spPr>
          <a:xfrm>
            <a:off x="838200" y="365126"/>
            <a:ext cx="10515600" cy="11430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1F497D"/>
              </a:buClr>
              <a:buSzPts val="4400"/>
              <a:buFont typeface="Trebuchet MS"/>
              <a:buNone/>
              <a:defRPr sz="4400" b="0" i="0" u="none" strike="noStrike" cap="none">
                <a:solidFill>
                  <a:srgbClr val="1F497D"/>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2" name="Google Shape;12;p10"/>
          <p:cNvSpPr txBox="1">
            <a:spLocks noGrp="1"/>
          </p:cNvSpPr>
          <p:nvPr>
            <p:ph type="body" idx="1"/>
          </p:nvPr>
        </p:nvSpPr>
        <p:spPr>
          <a:xfrm>
            <a:off x="838200" y="1687514"/>
            <a:ext cx="10515600" cy="448945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rgbClr val="D7014D"/>
              </a:buClr>
              <a:buSzPts val="2800"/>
              <a:buFont typeface="Noto Sans Symbols"/>
              <a:buChar char="❑"/>
              <a:defRPr sz="2800" b="0" i="0" u="none" strike="noStrike" cap="none">
                <a:solidFill>
                  <a:schemeClr val="dk1"/>
                </a:solidFill>
                <a:latin typeface="Trebuchet MS"/>
                <a:ea typeface="Trebuchet MS"/>
                <a:cs typeface="Trebuchet MS"/>
                <a:sym typeface="Trebuchet MS"/>
              </a:defRPr>
            </a:lvl1pPr>
            <a:lvl2pPr marL="914400" marR="0" lvl="1" indent="-373380" algn="l" rtl="0">
              <a:lnSpc>
                <a:spcPct val="90000"/>
              </a:lnSpc>
              <a:spcBef>
                <a:spcPts val="500"/>
              </a:spcBef>
              <a:spcAft>
                <a:spcPts val="0"/>
              </a:spcAft>
              <a:buClr>
                <a:srgbClr val="0B3D91"/>
              </a:buClr>
              <a:buSzPts val="2280"/>
              <a:buFont typeface="Noto Sans Symbols"/>
              <a:buChar char="❑"/>
              <a:defRPr sz="2400" b="0" i="0" u="none" strike="noStrike" cap="none">
                <a:solidFill>
                  <a:schemeClr val="dk1"/>
                </a:solidFill>
                <a:latin typeface="Trebuchet MS"/>
                <a:ea typeface="Trebuchet MS"/>
                <a:cs typeface="Trebuchet MS"/>
                <a:sym typeface="Trebuchet MS"/>
              </a:defRPr>
            </a:lvl2pPr>
            <a:lvl3pPr marL="1371600" marR="0" lvl="2" indent="-342900" algn="l" rtl="0">
              <a:lnSpc>
                <a:spcPct val="90000"/>
              </a:lnSpc>
              <a:spcBef>
                <a:spcPts val="500"/>
              </a:spcBef>
              <a:spcAft>
                <a:spcPts val="0"/>
              </a:spcAft>
              <a:buClr>
                <a:srgbClr val="D70167"/>
              </a:buClr>
              <a:buSzPts val="1800"/>
              <a:buFont typeface="Noto Sans Symbols"/>
              <a:buChar char="❑"/>
              <a:defRPr sz="2000" b="0" i="0" u="none" strike="noStrike" cap="none">
                <a:solidFill>
                  <a:schemeClr val="dk1"/>
                </a:solidFill>
                <a:latin typeface="Trebuchet MS"/>
                <a:ea typeface="Trebuchet MS"/>
                <a:cs typeface="Trebuchet MS"/>
                <a:sym typeface="Trebuchet MS"/>
              </a:defRPr>
            </a:lvl3pPr>
            <a:lvl4pPr marL="1828800" marR="0" lvl="3" indent="-329183" algn="l" rtl="0">
              <a:lnSpc>
                <a:spcPct val="90000"/>
              </a:lnSpc>
              <a:spcBef>
                <a:spcPts val="500"/>
              </a:spcBef>
              <a:spcAft>
                <a:spcPts val="0"/>
              </a:spcAft>
              <a:buClr>
                <a:srgbClr val="D70167"/>
              </a:buClr>
              <a:buSzPts val="1584"/>
              <a:buFont typeface="Noto Sans Symbols"/>
              <a:buChar char="❑"/>
              <a:defRPr sz="1800" b="0" i="0" u="none" strike="noStrike" cap="none">
                <a:solidFill>
                  <a:schemeClr val="dk1"/>
                </a:solidFill>
                <a:latin typeface="Trebuchet MS"/>
                <a:ea typeface="Trebuchet MS"/>
                <a:cs typeface="Trebuchet MS"/>
                <a:sym typeface="Trebuchet MS"/>
              </a:defRPr>
            </a:lvl4pPr>
            <a:lvl5pPr marL="2286000" marR="0" lvl="4" indent="-326898" algn="l" rtl="0">
              <a:lnSpc>
                <a:spcPct val="90000"/>
              </a:lnSpc>
              <a:spcBef>
                <a:spcPts val="500"/>
              </a:spcBef>
              <a:spcAft>
                <a:spcPts val="0"/>
              </a:spcAft>
              <a:buClr>
                <a:srgbClr val="007931"/>
              </a:buClr>
              <a:buSzPts val="1548"/>
              <a:buFont typeface="Noto Sans Symbols"/>
              <a:buChar char="❑"/>
              <a:defRPr sz="1800" b="0" i="0" u="none" strike="noStrike" cap="none">
                <a:solidFill>
                  <a:schemeClr val="dk1"/>
                </a:solidFill>
                <a:latin typeface="Trebuchet MS"/>
                <a:ea typeface="Trebuchet MS"/>
                <a:cs typeface="Trebuchet MS"/>
                <a:sym typeface="Trebuchet M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9pPr>
          </a:lstStyle>
          <a:p>
            <a:endParaRPr/>
          </a:p>
        </p:txBody>
      </p:sp>
      <p:sp>
        <p:nvSpPr>
          <p:cNvPr id="13" name="Google Shape;13;p10"/>
          <p:cNvSpPr/>
          <p:nvPr/>
        </p:nvSpPr>
        <p:spPr>
          <a:xfrm>
            <a:off x="838200" y="1508126"/>
            <a:ext cx="11353800" cy="179387"/>
          </a:xfrm>
          <a:prstGeom prst="rect">
            <a:avLst/>
          </a:prstGeom>
          <a:solidFill>
            <a:srgbClr val="0B3D9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rebuchet MS"/>
              <a:ea typeface="Trebuchet MS"/>
              <a:cs typeface="Trebuchet MS"/>
              <a:sym typeface="Trebuchet MS"/>
            </a:endParaRPr>
          </a:p>
        </p:txBody>
      </p:sp>
      <p:sp>
        <p:nvSpPr>
          <p:cNvPr id="14" name="Google Shape;14;p10"/>
          <p:cNvSpPr/>
          <p:nvPr/>
        </p:nvSpPr>
        <p:spPr>
          <a:xfrm>
            <a:off x="0" y="1508126"/>
            <a:ext cx="838200" cy="179387"/>
          </a:xfrm>
          <a:prstGeom prst="rect">
            <a:avLst/>
          </a:prstGeom>
          <a:solidFill>
            <a:srgbClr val="D7014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rebuchet MS"/>
              <a:ea typeface="Trebuchet MS"/>
              <a:cs typeface="Trebuchet MS"/>
              <a:sym typeface="Trebuchet MS"/>
            </a:endParaRPr>
          </a:p>
        </p:txBody>
      </p:sp>
      <p:sp>
        <p:nvSpPr>
          <p:cNvPr id="15" name="Google Shape;15;p10"/>
          <p:cNvSpPr/>
          <p:nvPr/>
        </p:nvSpPr>
        <p:spPr>
          <a:xfrm>
            <a:off x="838200" y="1508125"/>
            <a:ext cx="838200" cy="179387"/>
          </a:xfrm>
          <a:prstGeom prst="rect">
            <a:avLst/>
          </a:prstGeom>
          <a:solidFill>
            <a:srgbClr val="FFD93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rebuchet MS"/>
              <a:ea typeface="Trebuchet MS"/>
              <a:cs typeface="Trebuchet MS"/>
              <a:sym typeface="Trebuchet MS"/>
            </a:endParaRPr>
          </a:p>
        </p:txBody>
      </p:sp>
      <p:sp>
        <p:nvSpPr>
          <p:cNvPr id="16" name="Google Shape;16;p10"/>
          <p:cNvSpPr txBox="1">
            <a:spLocks noGrp="1"/>
          </p:cNvSpPr>
          <p:nvPr>
            <p:ph type="dt" idx="10"/>
          </p:nvPr>
        </p:nvSpPr>
        <p:spPr>
          <a:xfrm>
            <a:off x="838200" y="6356350"/>
            <a:ext cx="1028178"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17" name="Google Shape;17;p10"/>
          <p:cNvSpPr txBox="1">
            <a:spLocks noGrp="1"/>
          </p:cNvSpPr>
          <p:nvPr>
            <p:ph type="ftr" idx="11"/>
          </p:nvPr>
        </p:nvSpPr>
        <p:spPr>
          <a:xfrm>
            <a:off x="2116899" y="6251714"/>
            <a:ext cx="8129391" cy="469762"/>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18" name="Google Shape;18;p10"/>
          <p:cNvSpPr txBox="1"/>
          <p:nvPr/>
        </p:nvSpPr>
        <p:spPr>
          <a:xfrm>
            <a:off x="2116899" y="6356350"/>
            <a:ext cx="7517429" cy="43088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850"/>
              <a:buFont typeface="Arial"/>
              <a:buNone/>
            </a:pPr>
            <a:r>
              <a:rPr lang="en-GB" sz="850" b="1" i="0" u="none" strike="noStrike" cap="none">
                <a:solidFill>
                  <a:srgbClr val="0B3D91"/>
                </a:solidFill>
                <a:latin typeface="Trebuchet MS"/>
                <a:ea typeface="Trebuchet MS"/>
                <a:cs typeface="Trebuchet MS"/>
                <a:sym typeface="Trebuchet MS"/>
              </a:rPr>
              <a:t>A Complete Education for A Complete Person</a:t>
            </a:r>
            <a:br>
              <a:rPr lang="en-GB" sz="700" b="0" i="0" u="none" strike="noStrike" cap="none">
                <a:solidFill>
                  <a:schemeClr val="dk1"/>
                </a:solidFill>
                <a:latin typeface="Trebuchet MS"/>
                <a:ea typeface="Trebuchet MS"/>
                <a:cs typeface="Trebuchet MS"/>
                <a:sym typeface="Trebuchet MS"/>
              </a:rPr>
            </a:br>
            <a:r>
              <a:rPr lang="en-GB" sz="700" b="0" i="0" u="none" strike="noStrike" cap="none">
                <a:solidFill>
                  <a:schemeClr val="dk1"/>
                </a:solidFill>
                <a:latin typeface="Trebuchet MS"/>
                <a:ea typeface="Trebuchet MS"/>
                <a:cs typeface="Trebuchet MS"/>
                <a:sym typeface="Trebuchet MS"/>
              </a:rPr>
              <a:t>P.O. Box 4, Mukono, Uganda, Plot 67-173, Bishop Tucker Road, Mukono Hill | Tel: +256 (0) 312 350 800 Email: </a:t>
            </a:r>
            <a:r>
              <a:rPr lang="en-GB" sz="700" b="0" i="0" u="sng" strike="noStrike" cap="none">
                <a:solidFill>
                  <a:srgbClr val="0000FF"/>
                </a:solidFill>
                <a:latin typeface="Trebuchet MS"/>
                <a:ea typeface="Trebuchet MS"/>
                <a:cs typeface="Trebuchet MS"/>
                <a:sym typeface="Trebuchet MS"/>
                <a:hlinkClick r:id="rId11">
                  <a:extLst>
                    <a:ext uri="{A12FA001-AC4F-418D-AE19-62706E023703}">
                      <ahyp:hlinkClr xmlns:ahyp="http://schemas.microsoft.com/office/drawing/2018/hyperlinkcolor" val="tx"/>
                    </a:ext>
                  </a:extLst>
                </a:hlinkClick>
              </a:rPr>
              <a:t>info@ucu.ac.ug</a:t>
            </a:r>
            <a:r>
              <a:rPr lang="en-GB" sz="700" b="0" i="0" u="none" strike="noStrike" cap="none">
                <a:solidFill>
                  <a:srgbClr val="0000FF"/>
                </a:solidFill>
                <a:latin typeface="Trebuchet MS"/>
                <a:ea typeface="Trebuchet MS"/>
                <a:cs typeface="Trebuchet MS"/>
                <a:sym typeface="Trebuchet MS"/>
              </a:rPr>
              <a:t> </a:t>
            </a:r>
            <a:r>
              <a:rPr lang="en-GB" sz="700" b="0" i="0" u="none" strike="noStrike" cap="none">
                <a:solidFill>
                  <a:schemeClr val="dk1"/>
                </a:solidFill>
                <a:latin typeface="Trebuchet MS"/>
                <a:ea typeface="Trebuchet MS"/>
                <a:cs typeface="Trebuchet MS"/>
                <a:sym typeface="Trebuchet MS"/>
              </a:rPr>
              <a:t>Web: </a:t>
            </a:r>
            <a:r>
              <a:rPr lang="en-GB" sz="700" b="0" i="0" u="sng" strike="noStrike" cap="none">
                <a:solidFill>
                  <a:srgbClr val="0000FF"/>
                </a:solidFill>
                <a:latin typeface="Trebuchet MS"/>
                <a:ea typeface="Trebuchet MS"/>
                <a:cs typeface="Trebuchet MS"/>
                <a:sym typeface="Trebuchet MS"/>
              </a:rPr>
              <a:t>https://</a:t>
            </a:r>
            <a:r>
              <a:rPr lang="en-GB" sz="700" b="0" i="0" u="sng" strike="noStrike" cap="none">
                <a:solidFill>
                  <a:srgbClr val="0000FF"/>
                </a:solidFill>
                <a:latin typeface="Trebuchet MS"/>
                <a:ea typeface="Trebuchet MS"/>
                <a:cs typeface="Trebuchet MS"/>
                <a:sym typeface="Trebuchet MS"/>
                <a:hlinkClick r:id="rId12">
                  <a:extLst>
                    <a:ext uri="{A12FA001-AC4F-418D-AE19-62706E023703}">
                      <ahyp:hlinkClr xmlns:ahyp="http://schemas.microsoft.com/office/drawing/2018/hyperlinkcolor" val="tx"/>
                    </a:ext>
                  </a:extLst>
                </a:hlinkClick>
              </a:rPr>
              <a:t>ucu.ac.ug</a:t>
            </a:r>
            <a:endParaRPr sz="700" b="0" i="0" u="sng" strike="noStrike" cap="none">
              <a:solidFill>
                <a:srgbClr val="0000FF"/>
              </a:solidFill>
              <a:latin typeface="Trebuchet MS"/>
              <a:ea typeface="Trebuchet MS"/>
              <a:cs typeface="Trebuchet MS"/>
              <a:sym typeface="Trebuchet MS"/>
            </a:endParaRPr>
          </a:p>
          <a:p>
            <a:pPr marL="0" marR="0" lvl="0" indent="0" algn="ctr" rtl="0">
              <a:lnSpc>
                <a:spcPct val="100000"/>
              </a:lnSpc>
              <a:spcBef>
                <a:spcPts val="0"/>
              </a:spcBef>
              <a:spcAft>
                <a:spcPts val="0"/>
              </a:spcAft>
              <a:buClr>
                <a:srgbClr val="000000"/>
              </a:buClr>
              <a:buSzPts val="650"/>
              <a:buFont typeface="Arial"/>
              <a:buNone/>
            </a:pPr>
            <a:r>
              <a:rPr lang="en-GB" sz="650" b="0" i="0" u="none" strike="noStrike" cap="none">
                <a:solidFill>
                  <a:schemeClr val="dk1"/>
                </a:solidFill>
                <a:latin typeface="Trebuchet MS"/>
                <a:ea typeface="Trebuchet MS"/>
                <a:cs typeface="Trebuchet MS"/>
                <a:sym typeface="Trebuchet MS"/>
              </a:rPr>
              <a:t>Founded by the Province of the Church of Uganda. Chartered by the Government of Uganda</a:t>
            </a:r>
            <a:endParaRPr sz="650" b="0" i="0" u="none" strike="noStrike" cap="none">
              <a:solidFill>
                <a:schemeClr val="dk1"/>
              </a:solidFill>
              <a:latin typeface="Trebuchet MS"/>
              <a:ea typeface="Trebuchet MS"/>
              <a:cs typeface="Trebuchet MS"/>
              <a:sym typeface="Trebuchet MS"/>
            </a:endParaRPr>
          </a:p>
        </p:txBody>
      </p:sp>
      <p:cxnSp>
        <p:nvCxnSpPr>
          <p:cNvPr id="19" name="Google Shape;19;p10"/>
          <p:cNvCxnSpPr/>
          <p:nvPr/>
        </p:nvCxnSpPr>
        <p:spPr>
          <a:xfrm>
            <a:off x="0" y="6395027"/>
            <a:ext cx="12192000" cy="0"/>
          </a:xfrm>
          <a:prstGeom prst="straightConnector1">
            <a:avLst/>
          </a:prstGeom>
          <a:noFill/>
          <a:ln w="12700" cap="flat" cmpd="sng">
            <a:solidFill>
              <a:srgbClr val="D70167"/>
            </a:solidFill>
            <a:prstDash val="solid"/>
            <a:miter lim="800000"/>
            <a:headEnd type="none" w="sm" len="sm"/>
            <a:tailEnd type="none" w="sm" len="sm"/>
          </a:ln>
        </p:spPr>
      </p:cxnSp>
      <p:pic>
        <p:nvPicPr>
          <p:cNvPr id="20" name="Google Shape;20;p10"/>
          <p:cNvPicPr preferRelativeResize="0"/>
          <p:nvPr/>
        </p:nvPicPr>
        <p:blipFill rotWithShape="1">
          <a:blip r:embed="rId13">
            <a:alphaModFix/>
          </a:blip>
          <a:srcRect b="42643"/>
          <a:stretch/>
        </p:blipFill>
        <p:spPr>
          <a:xfrm>
            <a:off x="0" y="5412967"/>
            <a:ext cx="1162289" cy="1445033"/>
          </a:xfrm>
          <a:prstGeom prst="rect">
            <a:avLst/>
          </a:prstGeom>
          <a:noFill/>
          <a:ln>
            <a:noFill/>
          </a:ln>
        </p:spPr>
      </p:pic>
      <p:sp>
        <p:nvSpPr>
          <p:cNvPr id="21" name="Google Shape;2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SzPts val="2400"/>
              <a:buNone/>
            </a:pPr>
            <a:r>
              <a:rPr lang="en-GB"/>
              <a:t>Topic: </a:t>
            </a:r>
            <a:r>
              <a:rPr lang="en-GB" i="1"/>
              <a:t>Other Data Mining Techniques-Clustering Algorithms</a:t>
            </a:r>
            <a:endParaRPr/>
          </a:p>
        </p:txBody>
      </p:sp>
      <p:sp>
        <p:nvSpPr>
          <p:cNvPr id="101" name="Google Shape;101;p1"/>
          <p:cNvSpPr txBox="1"/>
          <p:nvPr/>
        </p:nvSpPr>
        <p:spPr>
          <a:xfrm>
            <a:off x="1007534" y="5551742"/>
            <a:ext cx="3733800" cy="820381"/>
          </a:xfrm>
          <a:prstGeom prst="rect">
            <a:avLst/>
          </a:prstGeom>
          <a:solidFill>
            <a:srgbClr val="F2F2F2"/>
          </a:solidFill>
          <a:ln w="9525" cap="flat" cmpd="sng">
            <a:solidFill>
              <a:srgbClr val="F2F2F2"/>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rebuchet MS"/>
              <a:ea typeface="Trebuchet MS"/>
              <a:cs typeface="Trebuchet MS"/>
              <a:sym typeface="Trebuchet MS"/>
            </a:endParaRPr>
          </a:p>
        </p:txBody>
      </p:sp>
      <p:sp>
        <p:nvSpPr>
          <p:cNvPr id="102" name="Google Shape;102;p1"/>
          <p:cNvSpPr txBox="1"/>
          <p:nvPr/>
        </p:nvSpPr>
        <p:spPr>
          <a:xfrm>
            <a:off x="937001" y="5579763"/>
            <a:ext cx="3804333" cy="831859"/>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dk1"/>
              </a:buClr>
              <a:buSzPts val="2000"/>
              <a:buFont typeface="Trebuchet MS"/>
              <a:buNone/>
            </a:pPr>
            <a:r>
              <a:rPr lang="en-GB" sz="2000" b="0" i="0" u="none" strike="noStrike" cap="none">
                <a:solidFill>
                  <a:schemeClr val="dk1"/>
                </a:solidFill>
                <a:latin typeface="Trebuchet MS"/>
                <a:ea typeface="Trebuchet MS"/>
                <a:cs typeface="Trebuchet MS"/>
                <a:sym typeface="Trebuchet MS"/>
              </a:rPr>
              <a:t>Dr. Daphne Nyachaki Bitalo</a:t>
            </a:r>
            <a:endParaRPr sz="2000" b="0" i="0" u="none" strike="noStrike" cap="none">
              <a:solidFill>
                <a:schemeClr val="dk1"/>
              </a:solidFill>
              <a:latin typeface="Trebuchet MS"/>
              <a:ea typeface="Trebuchet MS"/>
              <a:cs typeface="Trebuchet MS"/>
              <a:sym typeface="Trebuchet MS"/>
            </a:endParaRPr>
          </a:p>
          <a:p>
            <a:pPr marL="0" marR="0" lvl="0" indent="0" algn="l" rtl="0">
              <a:lnSpc>
                <a:spcPct val="90000"/>
              </a:lnSpc>
              <a:spcBef>
                <a:spcPts val="0"/>
              </a:spcBef>
              <a:spcAft>
                <a:spcPts val="0"/>
              </a:spcAft>
              <a:buClr>
                <a:srgbClr val="002060"/>
              </a:buClr>
              <a:buSzPts val="1400"/>
              <a:buFont typeface="Trebuchet MS"/>
              <a:buNone/>
            </a:pPr>
            <a:r>
              <a:rPr lang="en-GB" sz="1400" b="1" i="0" u="none" strike="noStrike" cap="none">
                <a:solidFill>
                  <a:srgbClr val="002060"/>
                </a:solidFill>
                <a:latin typeface="Trebuchet MS"/>
                <a:ea typeface="Trebuchet MS"/>
                <a:cs typeface="Trebuchet MS"/>
                <a:sym typeface="Trebuchet MS"/>
              </a:rPr>
              <a:t>Department of Computing &amp; Technology</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C00000"/>
              </a:buClr>
              <a:buSzPts val="1400"/>
              <a:buFont typeface="Trebuchet MS"/>
              <a:buNone/>
            </a:pPr>
            <a:r>
              <a:rPr lang="en-GB" sz="1400" b="0" i="0" u="none" strike="noStrike" cap="none">
                <a:solidFill>
                  <a:srgbClr val="C00000"/>
                </a:solidFill>
                <a:latin typeface="Trebuchet MS"/>
                <a:ea typeface="Trebuchet MS"/>
                <a:cs typeface="Trebuchet MS"/>
                <a:sym typeface="Trebuchet MS"/>
              </a:rPr>
              <a:t>Faculty of Engineering, Design &amp; Technology</a:t>
            </a:r>
            <a:endParaRPr sz="1400" b="0" i="0" u="none" strike="noStrike" cap="none">
              <a:solidFill>
                <a:srgbClr val="000000"/>
              </a:solidFill>
              <a:latin typeface="Arial"/>
              <a:ea typeface="Arial"/>
              <a:cs typeface="Arial"/>
              <a:sym typeface="Arial"/>
            </a:endParaRPr>
          </a:p>
        </p:txBody>
      </p:sp>
      <p:sp>
        <p:nvSpPr>
          <p:cNvPr id="103" name="Google Shape;103;p1"/>
          <p:cNvSpPr txBox="1"/>
          <p:nvPr/>
        </p:nvSpPr>
        <p:spPr>
          <a:xfrm>
            <a:off x="1" y="2156859"/>
            <a:ext cx="12191999" cy="1325563"/>
          </a:xfrm>
          <a:prstGeom prst="rect">
            <a:avLst/>
          </a:prstGeom>
          <a:solidFill>
            <a:srgbClr val="0A3D91"/>
          </a:solidFill>
          <a:ln w="9525" cap="flat" cmpd="sng">
            <a:solidFill>
              <a:srgbClr val="0A3D9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dk1"/>
              </a:buClr>
              <a:buSzPts val="2800"/>
              <a:buFont typeface="Trebuchet MS"/>
              <a:buNone/>
            </a:pPr>
            <a:endParaRPr sz="2800" b="0" i="0" u="none" strike="noStrike" cap="none">
              <a:solidFill>
                <a:srgbClr val="FFFF00"/>
              </a:solidFill>
              <a:latin typeface="Trebuchet MS"/>
              <a:ea typeface="Trebuchet MS"/>
              <a:cs typeface="Trebuchet MS"/>
              <a:sym typeface="Trebuchet MS"/>
            </a:endParaRPr>
          </a:p>
        </p:txBody>
      </p:sp>
      <p:sp>
        <p:nvSpPr>
          <p:cNvPr id="104" name="Google Shape;104;p1"/>
          <p:cNvSpPr txBox="1"/>
          <p:nvPr/>
        </p:nvSpPr>
        <p:spPr>
          <a:xfrm>
            <a:off x="1" y="2181298"/>
            <a:ext cx="12191999" cy="889481"/>
          </a:xfrm>
          <a:prstGeom prst="rect">
            <a:avLst/>
          </a:prstGeom>
          <a:noFill/>
          <a:ln w="9525" cap="flat" cmpd="sng">
            <a:solidFill>
              <a:srgbClr val="0A3D9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0000"/>
              </a:buClr>
              <a:buSzPts val="4800"/>
              <a:buFont typeface="Arial"/>
              <a:buNone/>
            </a:pPr>
            <a:r>
              <a:rPr lang="en-GB" sz="4800" b="0" i="0" u="none" strike="noStrike" cap="none">
                <a:solidFill>
                  <a:schemeClr val="lt1"/>
                </a:solidFill>
                <a:latin typeface="Trebuchet MS"/>
                <a:ea typeface="Trebuchet MS"/>
                <a:cs typeface="Trebuchet MS"/>
                <a:sym typeface="Trebuchet MS"/>
              </a:rPr>
              <a:t>DSC3108: Big Data Mining and Analytics</a:t>
            </a:r>
            <a:endParaRPr sz="1400" b="0" i="0" u="none" strike="noStrike" cap="none">
              <a:solidFill>
                <a:srgbClr val="000000"/>
              </a:solidFill>
              <a:latin typeface="Arial"/>
              <a:ea typeface="Arial"/>
              <a:cs typeface="Arial"/>
              <a:sym typeface="Arial"/>
            </a:endParaRPr>
          </a:p>
        </p:txBody>
      </p:sp>
      <p:sp>
        <p:nvSpPr>
          <p:cNvPr id="105" name="Google Shape;105;p1"/>
          <p:cNvSpPr txBox="1"/>
          <p:nvPr/>
        </p:nvSpPr>
        <p:spPr>
          <a:xfrm>
            <a:off x="-2" y="2819880"/>
            <a:ext cx="12191999" cy="609120"/>
          </a:xfrm>
          <a:prstGeom prst="rect">
            <a:avLst/>
          </a:prstGeom>
          <a:noFill/>
          <a:ln w="9525" cap="flat" cmpd="sng">
            <a:solidFill>
              <a:srgbClr val="0A3D9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FFF00"/>
              </a:buClr>
              <a:buSzPts val="2800"/>
              <a:buFont typeface="Trebuchet MS"/>
              <a:buNone/>
            </a:pPr>
            <a:r>
              <a:rPr lang="en-GB" sz="2800" b="0" i="0" u="none" strike="noStrike" cap="none" dirty="0">
                <a:solidFill>
                  <a:srgbClr val="FFFF00"/>
                </a:solidFill>
                <a:latin typeface="Trebuchet MS"/>
                <a:ea typeface="Trebuchet MS"/>
                <a:cs typeface="Trebuchet MS"/>
                <a:sym typeface="Trebuchet MS"/>
              </a:rPr>
              <a:t>Lecture 0</a:t>
            </a:r>
            <a:r>
              <a:rPr lang="en-GB" sz="2800" dirty="0">
                <a:solidFill>
                  <a:srgbClr val="FFFF00"/>
                </a:solidFill>
                <a:latin typeface="Trebuchet MS"/>
                <a:ea typeface="Trebuchet MS"/>
                <a:cs typeface="Trebuchet MS"/>
                <a:sym typeface="Trebuchet MS"/>
              </a:rPr>
              <a:t>7</a:t>
            </a:r>
            <a:r>
              <a:rPr lang="en-GB" sz="2800" b="0" i="0" u="none" strike="noStrike" cap="none" dirty="0">
                <a:solidFill>
                  <a:srgbClr val="FFFF00"/>
                </a:solidFill>
                <a:latin typeface="Trebuchet MS"/>
                <a:ea typeface="Trebuchet MS"/>
                <a:cs typeface="Trebuchet MS"/>
                <a:sym typeface="Trebuchet MS"/>
              </a:rPr>
              <a:t> (BSCS_BSDS_3:1)</a:t>
            </a:r>
            <a:endParaRPr sz="2800" b="0" i="0" u="none" strike="noStrike" cap="none" dirty="0">
              <a:solidFill>
                <a:srgbClr val="FFFF00"/>
              </a:solidFill>
              <a:latin typeface="Trebuchet MS"/>
              <a:ea typeface="Trebuchet MS"/>
              <a:cs typeface="Trebuchet MS"/>
              <a:sym typeface="Trebuchet M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grpSp>
        <p:nvGrpSpPr>
          <p:cNvPr id="111" name="Google Shape;111;g2ff69192a1d_1_0"/>
          <p:cNvGrpSpPr/>
          <p:nvPr/>
        </p:nvGrpSpPr>
        <p:grpSpPr>
          <a:xfrm>
            <a:off x="509666" y="239837"/>
            <a:ext cx="8438925" cy="1327816"/>
            <a:chOff x="375853" y="127520"/>
            <a:chExt cx="7831949" cy="1365785"/>
          </a:xfrm>
        </p:grpSpPr>
        <p:pic>
          <p:nvPicPr>
            <p:cNvPr id="112" name="Google Shape;112;g2ff69192a1d_1_0"/>
            <p:cNvPicPr preferRelativeResize="0"/>
            <p:nvPr/>
          </p:nvPicPr>
          <p:blipFill rotWithShape="1">
            <a:blip r:embed="rId3">
              <a:alphaModFix/>
            </a:blip>
            <a:srcRect/>
            <a:stretch/>
          </p:blipFill>
          <p:spPr>
            <a:xfrm>
              <a:off x="375853" y="127520"/>
              <a:ext cx="7776799" cy="1226791"/>
            </a:xfrm>
            <a:prstGeom prst="rect">
              <a:avLst/>
            </a:prstGeom>
            <a:noFill/>
            <a:ln>
              <a:noFill/>
            </a:ln>
          </p:spPr>
        </p:pic>
        <p:sp>
          <p:nvSpPr>
            <p:cNvPr id="113" name="Google Shape;113;g2ff69192a1d_1_0"/>
            <p:cNvSpPr txBox="1"/>
            <p:nvPr/>
          </p:nvSpPr>
          <p:spPr>
            <a:xfrm>
              <a:off x="2046702" y="385105"/>
              <a:ext cx="6161100" cy="1108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GB" sz="3200" b="1" i="0" u="none" strike="noStrike" cap="none">
                  <a:solidFill>
                    <a:schemeClr val="dk1"/>
                  </a:solidFill>
                  <a:latin typeface="Arial"/>
                  <a:ea typeface="Arial"/>
                  <a:cs typeface="Arial"/>
                  <a:sym typeface="Arial"/>
                </a:rPr>
                <a:t>COURSE OVERVIEW</a:t>
              </a:r>
              <a:endParaRPr sz="32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400"/>
                <a:buFont typeface="Arial"/>
                <a:buNone/>
              </a:pPr>
              <a:endParaRPr sz="3200" b="0" i="0" u="none" strike="noStrike" cap="none">
                <a:solidFill>
                  <a:srgbClr val="FFFFFF"/>
                </a:solidFill>
                <a:latin typeface="Trebuchet MS"/>
                <a:ea typeface="Trebuchet MS"/>
                <a:cs typeface="Trebuchet MS"/>
                <a:sym typeface="Trebuchet MS"/>
              </a:endParaRPr>
            </a:p>
          </p:txBody>
        </p:sp>
      </p:grpSp>
      <p:sp>
        <p:nvSpPr>
          <p:cNvPr id="114" name="Google Shape;114;g2ff69192a1d_1_0"/>
          <p:cNvSpPr/>
          <p:nvPr/>
        </p:nvSpPr>
        <p:spPr>
          <a:xfrm>
            <a:off x="4879048" y="1807374"/>
            <a:ext cx="2433900" cy="700500"/>
          </a:xfrm>
          <a:prstGeom prst="rect">
            <a:avLst/>
          </a:prstGeom>
          <a:solidFill>
            <a:srgbClr val="085630"/>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GB" sz="2400" b="0" i="0" u="none" strike="noStrike" cap="none">
                <a:solidFill>
                  <a:srgbClr val="FFFFFF"/>
                </a:solidFill>
                <a:latin typeface="Trebuchet MS"/>
                <a:ea typeface="Trebuchet MS"/>
                <a:cs typeface="Trebuchet MS"/>
                <a:sym typeface="Trebuchet MS"/>
              </a:rPr>
              <a:t>Big Data</a:t>
            </a:r>
            <a:endParaRPr sz="2400" b="0" i="0" u="none" strike="noStrike" cap="none">
              <a:solidFill>
                <a:srgbClr val="FFFFFF"/>
              </a:solidFill>
              <a:latin typeface="Trebuchet MS"/>
              <a:ea typeface="Trebuchet MS"/>
              <a:cs typeface="Trebuchet MS"/>
              <a:sym typeface="Trebuchet MS"/>
            </a:endParaRPr>
          </a:p>
        </p:txBody>
      </p:sp>
      <p:sp>
        <p:nvSpPr>
          <p:cNvPr id="115" name="Google Shape;115;g2ff69192a1d_1_0"/>
          <p:cNvSpPr/>
          <p:nvPr/>
        </p:nvSpPr>
        <p:spPr>
          <a:xfrm>
            <a:off x="2203925" y="3129725"/>
            <a:ext cx="3453600" cy="700500"/>
          </a:xfrm>
          <a:prstGeom prst="rect">
            <a:avLst/>
          </a:prstGeom>
          <a:solidFill>
            <a:srgbClr val="0B7743"/>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GB" sz="1800" b="0" i="0" u="none" strike="noStrike" cap="none">
                <a:solidFill>
                  <a:srgbClr val="FFFFFF"/>
                </a:solidFill>
                <a:latin typeface="Trebuchet MS"/>
                <a:ea typeface="Trebuchet MS"/>
                <a:cs typeface="Trebuchet MS"/>
                <a:sym typeface="Trebuchet MS"/>
              </a:rPr>
              <a:t>Fundamentals and Mining</a:t>
            </a:r>
            <a:endParaRPr sz="1800" b="0" i="0" u="none" strike="noStrike" cap="none">
              <a:solidFill>
                <a:srgbClr val="FFFFFF"/>
              </a:solidFill>
              <a:latin typeface="Trebuchet MS"/>
              <a:ea typeface="Trebuchet MS"/>
              <a:cs typeface="Trebuchet MS"/>
              <a:sym typeface="Trebuchet MS"/>
            </a:endParaRPr>
          </a:p>
        </p:txBody>
      </p:sp>
      <p:sp>
        <p:nvSpPr>
          <p:cNvPr id="116" name="Google Shape;116;g2ff69192a1d_1_0"/>
          <p:cNvSpPr/>
          <p:nvPr/>
        </p:nvSpPr>
        <p:spPr>
          <a:xfrm>
            <a:off x="7554029" y="3129736"/>
            <a:ext cx="2433900" cy="700500"/>
          </a:xfrm>
          <a:prstGeom prst="rect">
            <a:avLst/>
          </a:prstGeom>
          <a:solidFill>
            <a:srgbClr val="0B7743"/>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GB" sz="1800" b="0" i="0" u="none" strike="noStrike" cap="none">
                <a:solidFill>
                  <a:srgbClr val="FFFFFF"/>
                </a:solidFill>
                <a:latin typeface="Trebuchet MS"/>
                <a:ea typeface="Trebuchet MS"/>
                <a:cs typeface="Trebuchet MS"/>
                <a:sym typeface="Trebuchet MS"/>
              </a:rPr>
              <a:t>Data Analytics</a:t>
            </a:r>
            <a:endParaRPr sz="1800" b="0" i="0" u="none" strike="noStrike" cap="none">
              <a:solidFill>
                <a:srgbClr val="FFFFFF"/>
              </a:solidFill>
              <a:latin typeface="Trebuchet MS"/>
              <a:ea typeface="Trebuchet MS"/>
              <a:cs typeface="Trebuchet MS"/>
              <a:sym typeface="Trebuchet MS"/>
            </a:endParaRPr>
          </a:p>
        </p:txBody>
      </p:sp>
      <p:sp>
        <p:nvSpPr>
          <p:cNvPr id="117" name="Google Shape;117;g2ff69192a1d_1_0"/>
          <p:cNvSpPr/>
          <p:nvPr/>
        </p:nvSpPr>
        <p:spPr>
          <a:xfrm>
            <a:off x="8891612" y="4350221"/>
            <a:ext cx="2433900" cy="700500"/>
          </a:xfrm>
          <a:prstGeom prst="rect">
            <a:avLst/>
          </a:prstGeom>
          <a:solidFill>
            <a:srgbClr val="00C0EB"/>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GB" sz="1600" b="0" i="0" u="none" strike="noStrike" cap="none">
                <a:solidFill>
                  <a:srgbClr val="FFFFFF"/>
                </a:solidFill>
                <a:latin typeface="Trebuchet MS"/>
                <a:ea typeface="Trebuchet MS"/>
                <a:cs typeface="Trebuchet MS"/>
                <a:sym typeface="Trebuchet MS"/>
              </a:rPr>
              <a:t>Predictive analytics</a:t>
            </a:r>
            <a:endParaRPr sz="1600" b="0" i="0" u="none" strike="noStrike" cap="none">
              <a:solidFill>
                <a:srgbClr val="FFFFFF"/>
              </a:solidFill>
              <a:latin typeface="Trebuchet MS"/>
              <a:ea typeface="Trebuchet MS"/>
              <a:cs typeface="Trebuchet MS"/>
              <a:sym typeface="Trebuchet MS"/>
            </a:endParaRPr>
          </a:p>
        </p:txBody>
      </p:sp>
      <p:sp>
        <p:nvSpPr>
          <p:cNvPr id="118" name="Google Shape;118;g2ff69192a1d_1_0"/>
          <p:cNvSpPr/>
          <p:nvPr/>
        </p:nvSpPr>
        <p:spPr>
          <a:xfrm>
            <a:off x="6216565" y="4350221"/>
            <a:ext cx="2433900" cy="700500"/>
          </a:xfrm>
          <a:prstGeom prst="rect">
            <a:avLst/>
          </a:prstGeom>
          <a:solidFill>
            <a:srgbClr val="0E9453"/>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GB" sz="1600" b="0" i="0" u="none" strike="noStrike" cap="none">
                <a:solidFill>
                  <a:srgbClr val="FFFFFF"/>
                </a:solidFill>
                <a:latin typeface="Trebuchet MS"/>
                <a:ea typeface="Trebuchet MS"/>
                <a:cs typeface="Trebuchet MS"/>
                <a:sym typeface="Trebuchet MS"/>
              </a:rPr>
              <a:t>Descriptive analytics</a:t>
            </a:r>
            <a:endParaRPr sz="1600" b="0" i="0" u="none" strike="noStrike" cap="none">
              <a:solidFill>
                <a:srgbClr val="FFFFFF"/>
              </a:solidFill>
              <a:latin typeface="Trebuchet MS"/>
              <a:ea typeface="Trebuchet MS"/>
              <a:cs typeface="Trebuchet MS"/>
              <a:sym typeface="Trebuchet MS"/>
            </a:endParaRPr>
          </a:p>
        </p:txBody>
      </p:sp>
      <p:sp>
        <p:nvSpPr>
          <p:cNvPr id="119" name="Google Shape;119;g2ff69192a1d_1_0"/>
          <p:cNvSpPr/>
          <p:nvPr/>
        </p:nvSpPr>
        <p:spPr>
          <a:xfrm>
            <a:off x="3541500" y="4350221"/>
            <a:ext cx="2433900" cy="700500"/>
          </a:xfrm>
          <a:prstGeom prst="rect">
            <a:avLst/>
          </a:prstGeom>
          <a:solidFill>
            <a:srgbClr val="00C0EB"/>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GB" sz="1600" b="0" i="0" u="none" strike="noStrike" cap="none">
                <a:solidFill>
                  <a:srgbClr val="FFFFFF"/>
                </a:solidFill>
                <a:latin typeface="Trebuchet MS"/>
                <a:ea typeface="Trebuchet MS"/>
                <a:cs typeface="Trebuchet MS"/>
                <a:sym typeface="Trebuchet MS"/>
              </a:rPr>
              <a:t>Data Mining Techniques</a:t>
            </a:r>
            <a:endParaRPr sz="1600" b="0" i="0" u="none" strike="noStrike" cap="none">
              <a:solidFill>
                <a:srgbClr val="FFFFFF"/>
              </a:solidFill>
              <a:latin typeface="Trebuchet MS"/>
              <a:ea typeface="Trebuchet MS"/>
              <a:cs typeface="Trebuchet MS"/>
              <a:sym typeface="Trebuchet MS"/>
            </a:endParaRPr>
          </a:p>
        </p:txBody>
      </p:sp>
      <p:sp>
        <p:nvSpPr>
          <p:cNvPr id="120" name="Google Shape;120;g2ff69192a1d_1_0"/>
          <p:cNvSpPr/>
          <p:nvPr/>
        </p:nvSpPr>
        <p:spPr>
          <a:xfrm>
            <a:off x="866452" y="4350221"/>
            <a:ext cx="2433900" cy="700500"/>
          </a:xfrm>
          <a:prstGeom prst="rect">
            <a:avLst/>
          </a:prstGeom>
          <a:solidFill>
            <a:srgbClr val="0E9453"/>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GB" sz="1600" b="0" i="0" u="none" strike="noStrike" cap="none">
                <a:solidFill>
                  <a:srgbClr val="FFFFFF"/>
                </a:solidFill>
                <a:latin typeface="Trebuchet MS"/>
                <a:ea typeface="Trebuchet MS"/>
                <a:cs typeface="Trebuchet MS"/>
                <a:sym typeface="Trebuchet MS"/>
              </a:rPr>
              <a:t>Architectures, storage of data</a:t>
            </a:r>
            <a:endParaRPr sz="1600" b="0" i="0" u="none" strike="noStrike" cap="none">
              <a:solidFill>
                <a:srgbClr val="FFFFFF"/>
              </a:solidFill>
              <a:latin typeface="Trebuchet MS"/>
              <a:ea typeface="Trebuchet MS"/>
              <a:cs typeface="Trebuchet MS"/>
              <a:sym typeface="Trebuchet MS"/>
            </a:endParaRPr>
          </a:p>
        </p:txBody>
      </p:sp>
      <p:cxnSp>
        <p:nvCxnSpPr>
          <p:cNvPr id="121" name="Google Shape;121;g2ff69192a1d_1_0"/>
          <p:cNvCxnSpPr>
            <a:stCxn id="114" idx="2"/>
            <a:endCxn id="116" idx="0"/>
          </p:cNvCxnSpPr>
          <p:nvPr/>
        </p:nvCxnSpPr>
        <p:spPr>
          <a:xfrm rot="-5400000" flipH="1">
            <a:off x="7122598" y="1481274"/>
            <a:ext cx="621900" cy="2675100"/>
          </a:xfrm>
          <a:prstGeom prst="bentConnector3">
            <a:avLst>
              <a:gd name="adj1" fmla="val 49997"/>
            </a:avLst>
          </a:prstGeom>
          <a:noFill/>
          <a:ln w="9525" cap="flat" cmpd="sng">
            <a:solidFill>
              <a:srgbClr val="C2C2C2"/>
            </a:solidFill>
            <a:prstDash val="solid"/>
            <a:round/>
            <a:headEnd type="none" w="sm" len="sm"/>
            <a:tailEnd type="none" w="sm" len="sm"/>
          </a:ln>
        </p:spPr>
      </p:cxnSp>
      <p:cxnSp>
        <p:nvCxnSpPr>
          <p:cNvPr id="122" name="Google Shape;122;g2ff69192a1d_1_0"/>
          <p:cNvCxnSpPr>
            <a:stCxn id="115" idx="0"/>
            <a:endCxn id="114" idx="2"/>
          </p:cNvCxnSpPr>
          <p:nvPr/>
        </p:nvCxnSpPr>
        <p:spPr>
          <a:xfrm rot="-5400000">
            <a:off x="4702475" y="1736075"/>
            <a:ext cx="621900" cy="2165400"/>
          </a:xfrm>
          <a:prstGeom prst="bentConnector3">
            <a:avLst>
              <a:gd name="adj1" fmla="val 49996"/>
            </a:avLst>
          </a:prstGeom>
          <a:noFill/>
          <a:ln w="9525" cap="flat" cmpd="sng">
            <a:solidFill>
              <a:srgbClr val="C2C2C2"/>
            </a:solidFill>
            <a:prstDash val="solid"/>
            <a:round/>
            <a:headEnd type="none" w="sm" len="sm"/>
            <a:tailEnd type="none" w="sm" len="sm"/>
          </a:ln>
        </p:spPr>
      </p:cxnSp>
      <p:cxnSp>
        <p:nvCxnSpPr>
          <p:cNvPr id="123" name="Google Shape;123;g2ff69192a1d_1_0"/>
          <p:cNvCxnSpPr>
            <a:stCxn id="115" idx="2"/>
            <a:endCxn id="119" idx="0"/>
          </p:cNvCxnSpPr>
          <p:nvPr/>
        </p:nvCxnSpPr>
        <p:spPr>
          <a:xfrm rot="-5400000" flipH="1">
            <a:off x="4084625" y="3676325"/>
            <a:ext cx="519900" cy="827700"/>
          </a:xfrm>
          <a:prstGeom prst="bentConnector3">
            <a:avLst>
              <a:gd name="adj1" fmla="val 50009"/>
            </a:avLst>
          </a:prstGeom>
          <a:noFill/>
          <a:ln w="9525" cap="flat" cmpd="sng">
            <a:solidFill>
              <a:srgbClr val="C2C2C2"/>
            </a:solidFill>
            <a:prstDash val="solid"/>
            <a:round/>
            <a:headEnd type="none" w="sm" len="sm"/>
            <a:tailEnd type="none" w="sm" len="sm"/>
          </a:ln>
        </p:spPr>
      </p:cxnSp>
      <p:cxnSp>
        <p:nvCxnSpPr>
          <p:cNvPr id="124" name="Google Shape;124;g2ff69192a1d_1_0"/>
          <p:cNvCxnSpPr>
            <a:stCxn id="120" idx="0"/>
            <a:endCxn id="115" idx="2"/>
          </p:cNvCxnSpPr>
          <p:nvPr/>
        </p:nvCxnSpPr>
        <p:spPr>
          <a:xfrm rot="-5400000">
            <a:off x="2747152" y="3166571"/>
            <a:ext cx="519900" cy="1847400"/>
          </a:xfrm>
          <a:prstGeom prst="bentConnector3">
            <a:avLst>
              <a:gd name="adj1" fmla="val 50009"/>
            </a:avLst>
          </a:prstGeom>
          <a:noFill/>
          <a:ln w="9525" cap="flat" cmpd="sng">
            <a:solidFill>
              <a:srgbClr val="C2C2C2"/>
            </a:solidFill>
            <a:prstDash val="solid"/>
            <a:round/>
            <a:headEnd type="none" w="sm" len="sm"/>
            <a:tailEnd type="none" w="sm" len="sm"/>
          </a:ln>
        </p:spPr>
      </p:cxnSp>
      <p:cxnSp>
        <p:nvCxnSpPr>
          <p:cNvPr id="125" name="Google Shape;125;g2ff69192a1d_1_0"/>
          <p:cNvCxnSpPr>
            <a:stCxn id="116" idx="2"/>
            <a:endCxn id="117" idx="0"/>
          </p:cNvCxnSpPr>
          <p:nvPr/>
        </p:nvCxnSpPr>
        <p:spPr>
          <a:xfrm rot="-5400000" flipH="1">
            <a:off x="9179879" y="3421336"/>
            <a:ext cx="519900" cy="1337700"/>
          </a:xfrm>
          <a:prstGeom prst="bentConnector3">
            <a:avLst>
              <a:gd name="adj1" fmla="val 50008"/>
            </a:avLst>
          </a:prstGeom>
          <a:noFill/>
          <a:ln w="9525" cap="flat" cmpd="sng">
            <a:solidFill>
              <a:srgbClr val="C2C2C2"/>
            </a:solidFill>
            <a:prstDash val="solid"/>
            <a:round/>
            <a:headEnd type="none" w="sm" len="sm"/>
            <a:tailEnd type="none" w="sm" len="sm"/>
          </a:ln>
        </p:spPr>
      </p:cxnSp>
      <p:cxnSp>
        <p:nvCxnSpPr>
          <p:cNvPr id="126" name="Google Shape;126;g2ff69192a1d_1_0"/>
          <p:cNvCxnSpPr>
            <a:stCxn id="118" idx="0"/>
            <a:endCxn id="116" idx="2"/>
          </p:cNvCxnSpPr>
          <p:nvPr/>
        </p:nvCxnSpPr>
        <p:spPr>
          <a:xfrm rot="-5400000">
            <a:off x="7842265" y="3421571"/>
            <a:ext cx="519900" cy="1337400"/>
          </a:xfrm>
          <a:prstGeom prst="bentConnector3">
            <a:avLst>
              <a:gd name="adj1" fmla="val 50008"/>
            </a:avLst>
          </a:prstGeom>
          <a:noFill/>
          <a:ln w="9525" cap="flat" cmpd="sng">
            <a:solidFill>
              <a:srgbClr val="C2C2C2"/>
            </a:solidFill>
            <a:prstDash val="solid"/>
            <a:round/>
            <a:headEnd type="none" w="sm" len="sm"/>
            <a:tailEnd type="none" w="sm" len="sm"/>
          </a:ln>
        </p:spPr>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
          <p:cNvSpPr txBox="1">
            <a:spLocks noGrp="1"/>
          </p:cNvSpPr>
          <p:nvPr>
            <p:ph type="title"/>
          </p:nvPr>
        </p:nvSpPr>
        <p:spPr>
          <a:xfrm>
            <a:off x="838200" y="365126"/>
            <a:ext cx="10515600" cy="11430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1F497D"/>
              </a:buClr>
              <a:buSzPct val="100000"/>
              <a:buFont typeface="Trebuchet MS"/>
              <a:buNone/>
            </a:pPr>
            <a:r>
              <a:rPr lang="en-GB"/>
              <a:t>Lecture Objectives and Learning outcomes</a:t>
            </a:r>
            <a:endParaRPr/>
          </a:p>
        </p:txBody>
      </p:sp>
      <p:sp>
        <p:nvSpPr>
          <p:cNvPr id="132" name="Google Shape;132;p2"/>
          <p:cNvSpPr txBox="1">
            <a:spLocks noGrp="1"/>
          </p:cNvSpPr>
          <p:nvPr>
            <p:ph type="body" idx="1"/>
          </p:nvPr>
        </p:nvSpPr>
        <p:spPr>
          <a:xfrm>
            <a:off x="586740" y="1687514"/>
            <a:ext cx="10767060" cy="448945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4000"/>
              <a:buNone/>
            </a:pPr>
            <a:r>
              <a:rPr lang="en-GB"/>
              <a:t>The Objectives of this lecture are : </a:t>
            </a:r>
            <a:endParaRPr/>
          </a:p>
          <a:p>
            <a:pPr marL="228600" lvl="0" indent="-127000" algn="l" rtl="0">
              <a:lnSpc>
                <a:spcPct val="90000"/>
              </a:lnSpc>
              <a:spcBef>
                <a:spcPts val="1000"/>
              </a:spcBef>
              <a:spcAft>
                <a:spcPts val="0"/>
              </a:spcAft>
              <a:buSzPts val="1800"/>
              <a:buChar char="❑"/>
            </a:pPr>
            <a:r>
              <a:rPr lang="en-GB"/>
              <a:t>Understand clustering data mining techniques that can be used for predictive analyses</a:t>
            </a:r>
            <a:endParaRPr/>
          </a:p>
          <a:p>
            <a:pPr marL="228600" lvl="0" indent="-127000" algn="l" rtl="0">
              <a:lnSpc>
                <a:spcPct val="90000"/>
              </a:lnSpc>
              <a:spcBef>
                <a:spcPts val="1000"/>
              </a:spcBef>
              <a:spcAft>
                <a:spcPts val="0"/>
              </a:spcAft>
              <a:buSzPts val="1800"/>
              <a:buChar char="❑"/>
            </a:pPr>
            <a:r>
              <a:rPr lang="en-GB"/>
              <a:t>Explore the different algorithms e.g. K-means clustering, Hierarchical clustering</a:t>
            </a:r>
            <a:endParaRPr/>
          </a:p>
          <a:p>
            <a:pPr marL="0" lvl="0" indent="0" algn="l" rtl="0">
              <a:lnSpc>
                <a:spcPct val="90000"/>
              </a:lnSpc>
              <a:spcBef>
                <a:spcPts val="1000"/>
              </a:spcBef>
              <a:spcAft>
                <a:spcPts val="0"/>
              </a:spcAft>
              <a:buSzPts val="4000"/>
              <a:buNone/>
            </a:pPr>
            <a:endParaRPr/>
          </a:p>
          <a:p>
            <a:pPr marL="0" lvl="0" indent="0" algn="l" rtl="0">
              <a:lnSpc>
                <a:spcPct val="90000"/>
              </a:lnSpc>
              <a:spcBef>
                <a:spcPts val="1000"/>
              </a:spcBef>
              <a:spcAft>
                <a:spcPts val="0"/>
              </a:spcAft>
              <a:buSzPts val="4000"/>
              <a:buNone/>
            </a:pPr>
            <a:r>
              <a:rPr lang="en-GB"/>
              <a:t>By the end of this lecture, students should be able to:</a:t>
            </a:r>
            <a:endParaRPr/>
          </a:p>
          <a:p>
            <a:pPr marL="228600" lvl="0" indent="-127000" algn="l" rtl="0">
              <a:lnSpc>
                <a:spcPct val="90000"/>
              </a:lnSpc>
              <a:spcBef>
                <a:spcPts val="1000"/>
              </a:spcBef>
              <a:spcAft>
                <a:spcPts val="0"/>
              </a:spcAft>
              <a:buSzPts val="1800"/>
              <a:buChar char="❑"/>
            </a:pPr>
            <a:r>
              <a:rPr lang="en-GB"/>
              <a:t>Get practical experience working with clustering  mining algorithms and unsupervised machine learning.</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3"/>
          <p:cNvSpPr txBox="1">
            <a:spLocks noGrp="1"/>
          </p:cNvSpPr>
          <p:nvPr>
            <p:ph type="title"/>
          </p:nvPr>
        </p:nvSpPr>
        <p:spPr>
          <a:xfrm>
            <a:off x="838200" y="365126"/>
            <a:ext cx="10515600" cy="1143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1F497D"/>
              </a:buClr>
              <a:buSzPts val="4400"/>
              <a:buFont typeface="Trebuchet MS"/>
              <a:buNone/>
            </a:pPr>
            <a:r>
              <a:rPr lang="en-GB"/>
              <a:t>Lecture Overview</a:t>
            </a:r>
            <a:endParaRPr/>
          </a:p>
        </p:txBody>
      </p:sp>
      <p:grpSp>
        <p:nvGrpSpPr>
          <p:cNvPr id="138" name="Google Shape;138;p3"/>
          <p:cNvGrpSpPr/>
          <p:nvPr/>
        </p:nvGrpSpPr>
        <p:grpSpPr>
          <a:xfrm>
            <a:off x="-3970419" y="756189"/>
            <a:ext cx="13069336" cy="6583200"/>
            <a:chOff x="-5529055" y="-846510"/>
            <a:chExt cx="13069336" cy="6583200"/>
          </a:xfrm>
        </p:grpSpPr>
        <p:sp>
          <p:nvSpPr>
            <p:cNvPr id="139" name="Google Shape;139;p3"/>
            <p:cNvSpPr/>
            <p:nvPr/>
          </p:nvSpPr>
          <p:spPr>
            <a:xfrm>
              <a:off x="-5529055" y="-846510"/>
              <a:ext cx="6583200" cy="6583200"/>
            </a:xfrm>
            <a:prstGeom prst="blockArc">
              <a:avLst>
                <a:gd name="adj1" fmla="val 18900000"/>
                <a:gd name="adj2" fmla="val 2700000"/>
                <a:gd name="adj3" fmla="val 328"/>
              </a:avLst>
            </a:prstGeom>
            <a:noFill/>
            <a:ln w="12700" cap="flat" cmpd="sng">
              <a:solidFill>
                <a:srgbClr val="7590A5"/>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 name="Google Shape;140;p3"/>
            <p:cNvSpPr/>
            <p:nvPr/>
          </p:nvSpPr>
          <p:spPr>
            <a:xfrm>
              <a:off x="460881" y="305538"/>
              <a:ext cx="7079400" cy="611400"/>
            </a:xfrm>
            <a:prstGeom prst="rect">
              <a:avLst/>
            </a:prstGeom>
            <a:solidFill>
              <a:srgbClr val="D7024C"/>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1" name="Google Shape;141;p3"/>
            <p:cNvSpPr txBox="1"/>
            <p:nvPr/>
          </p:nvSpPr>
          <p:spPr>
            <a:xfrm>
              <a:off x="460881" y="299404"/>
              <a:ext cx="7079400" cy="611400"/>
            </a:xfrm>
            <a:prstGeom prst="rect">
              <a:avLst/>
            </a:prstGeom>
            <a:noFill/>
            <a:ln>
              <a:noFill/>
            </a:ln>
          </p:spPr>
          <p:txBody>
            <a:bodyPr spcFirstLastPara="1" wrap="square" lIns="485350" tIns="83800" rIns="83800" bIns="83800" anchor="ctr" anchorCtr="0">
              <a:noAutofit/>
            </a:bodyPr>
            <a:lstStyle/>
            <a:p>
              <a:pPr marL="0" marR="0" lvl="0" indent="0" algn="l" rtl="0">
                <a:lnSpc>
                  <a:spcPct val="90000"/>
                </a:lnSpc>
                <a:spcBef>
                  <a:spcPts val="0"/>
                </a:spcBef>
                <a:spcAft>
                  <a:spcPts val="0"/>
                </a:spcAft>
                <a:buClr>
                  <a:srgbClr val="000000"/>
                </a:buClr>
                <a:buSzPts val="3300"/>
                <a:buFont typeface="Arial"/>
                <a:buNone/>
              </a:pPr>
              <a:r>
                <a:rPr lang="en-GB" sz="3300">
                  <a:solidFill>
                    <a:schemeClr val="lt1"/>
                  </a:solidFill>
                  <a:latin typeface="Trebuchet MS"/>
                  <a:ea typeface="Trebuchet MS"/>
                  <a:cs typeface="Trebuchet MS"/>
                  <a:sym typeface="Trebuchet MS"/>
                </a:rPr>
                <a:t>Uns</a:t>
              </a:r>
              <a:r>
                <a:rPr lang="en-GB" sz="3300" b="0" i="0" u="none" strike="noStrike" cap="none">
                  <a:solidFill>
                    <a:schemeClr val="lt1"/>
                  </a:solidFill>
                  <a:latin typeface="Trebuchet MS"/>
                  <a:ea typeface="Trebuchet MS"/>
                  <a:cs typeface="Trebuchet MS"/>
                  <a:sym typeface="Trebuchet MS"/>
                </a:rPr>
                <a:t>upervised Machine Learning</a:t>
              </a:r>
              <a:endParaRPr sz="1400" b="0" i="0" u="none" strike="noStrike" cap="none">
                <a:solidFill>
                  <a:srgbClr val="000000"/>
                </a:solidFill>
                <a:latin typeface="Arial"/>
                <a:ea typeface="Arial"/>
                <a:cs typeface="Arial"/>
                <a:sym typeface="Arial"/>
              </a:endParaRPr>
            </a:p>
          </p:txBody>
        </p:sp>
        <p:sp>
          <p:nvSpPr>
            <p:cNvPr id="142" name="Google Shape;142;p3"/>
            <p:cNvSpPr/>
            <p:nvPr/>
          </p:nvSpPr>
          <p:spPr>
            <a:xfrm>
              <a:off x="78714" y="229104"/>
              <a:ext cx="764400" cy="764400"/>
            </a:xfrm>
            <a:prstGeom prst="ellipse">
              <a:avLst/>
            </a:prstGeom>
            <a:solidFill>
              <a:schemeClr val="lt1"/>
            </a:solidFill>
            <a:ln w="12700" cap="flat" cmpd="sng">
              <a:solidFill>
                <a:srgbClr val="93B6D2"/>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3" name="Google Shape;143;p3"/>
            <p:cNvSpPr/>
            <p:nvPr/>
          </p:nvSpPr>
          <p:spPr>
            <a:xfrm>
              <a:off x="899041" y="1222445"/>
              <a:ext cx="6641100" cy="611400"/>
            </a:xfrm>
            <a:prstGeom prst="rect">
              <a:avLst/>
            </a:prstGeom>
            <a:solidFill>
              <a:srgbClr val="D7024C"/>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 name="Google Shape;144;p3"/>
            <p:cNvSpPr txBox="1"/>
            <p:nvPr/>
          </p:nvSpPr>
          <p:spPr>
            <a:xfrm>
              <a:off x="899041" y="1222445"/>
              <a:ext cx="6641100" cy="611400"/>
            </a:xfrm>
            <a:prstGeom prst="rect">
              <a:avLst/>
            </a:prstGeom>
            <a:noFill/>
            <a:ln>
              <a:noFill/>
            </a:ln>
          </p:spPr>
          <p:txBody>
            <a:bodyPr spcFirstLastPara="1" wrap="square" lIns="485350" tIns="83800" rIns="83800" bIns="83800" anchor="ctr" anchorCtr="0">
              <a:noAutofit/>
            </a:bodyPr>
            <a:lstStyle/>
            <a:p>
              <a:pPr marL="0" marR="0" lvl="0" indent="0" algn="l" rtl="0">
                <a:lnSpc>
                  <a:spcPct val="90000"/>
                </a:lnSpc>
                <a:spcBef>
                  <a:spcPts val="0"/>
                </a:spcBef>
                <a:spcAft>
                  <a:spcPts val="0"/>
                </a:spcAft>
                <a:buClr>
                  <a:srgbClr val="000000"/>
                </a:buClr>
                <a:buSzPts val="3300"/>
                <a:buFont typeface="Arial"/>
                <a:buNone/>
              </a:pPr>
              <a:r>
                <a:rPr lang="en-GB" sz="3300" b="0" i="0" u="none" strike="noStrike" cap="none">
                  <a:solidFill>
                    <a:schemeClr val="lt1"/>
                  </a:solidFill>
                  <a:latin typeface="Trebuchet MS"/>
                  <a:ea typeface="Trebuchet MS"/>
                  <a:cs typeface="Trebuchet MS"/>
                  <a:sym typeface="Trebuchet MS"/>
                </a:rPr>
                <a:t>Cl</a:t>
              </a:r>
              <a:r>
                <a:rPr lang="en-GB" sz="3300">
                  <a:solidFill>
                    <a:schemeClr val="lt1"/>
                  </a:solidFill>
                  <a:latin typeface="Trebuchet MS"/>
                  <a:ea typeface="Trebuchet MS"/>
                  <a:cs typeface="Trebuchet MS"/>
                  <a:sym typeface="Trebuchet MS"/>
                </a:rPr>
                <a:t>ustering</a:t>
              </a:r>
              <a:r>
                <a:rPr lang="en-GB" sz="3300" b="0" i="0" u="none" strike="noStrike" cap="none">
                  <a:solidFill>
                    <a:schemeClr val="lt1"/>
                  </a:solidFill>
                  <a:latin typeface="Trebuchet MS"/>
                  <a:ea typeface="Trebuchet MS"/>
                  <a:cs typeface="Trebuchet MS"/>
                  <a:sym typeface="Trebuchet MS"/>
                </a:rPr>
                <a:t> mining algorithms</a:t>
              </a:r>
              <a:endParaRPr sz="1400" b="0" i="0" u="none" strike="noStrike" cap="none">
                <a:solidFill>
                  <a:srgbClr val="000000"/>
                </a:solidFill>
                <a:latin typeface="Arial"/>
                <a:ea typeface="Arial"/>
                <a:cs typeface="Arial"/>
                <a:sym typeface="Arial"/>
              </a:endParaRPr>
            </a:p>
          </p:txBody>
        </p:sp>
        <p:sp>
          <p:nvSpPr>
            <p:cNvPr id="145" name="Google Shape;145;p3"/>
            <p:cNvSpPr/>
            <p:nvPr/>
          </p:nvSpPr>
          <p:spPr>
            <a:xfrm>
              <a:off x="516874" y="1146012"/>
              <a:ext cx="764400" cy="764400"/>
            </a:xfrm>
            <a:prstGeom prst="ellipse">
              <a:avLst/>
            </a:prstGeom>
            <a:solidFill>
              <a:schemeClr val="lt1"/>
            </a:solidFill>
            <a:ln w="12700" cap="flat" cmpd="sng">
              <a:solidFill>
                <a:srgbClr val="93B6D2"/>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 name="Google Shape;146;p3"/>
            <p:cNvSpPr/>
            <p:nvPr/>
          </p:nvSpPr>
          <p:spPr>
            <a:xfrm>
              <a:off x="1033521" y="2139353"/>
              <a:ext cx="6506700" cy="611400"/>
            </a:xfrm>
            <a:prstGeom prst="rect">
              <a:avLst/>
            </a:prstGeom>
            <a:solidFill>
              <a:srgbClr val="0A3D91"/>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7" name="Google Shape;147;p3"/>
            <p:cNvSpPr txBox="1"/>
            <p:nvPr/>
          </p:nvSpPr>
          <p:spPr>
            <a:xfrm>
              <a:off x="1033521" y="2139353"/>
              <a:ext cx="6506700" cy="611400"/>
            </a:xfrm>
            <a:prstGeom prst="rect">
              <a:avLst/>
            </a:prstGeom>
            <a:solidFill>
              <a:srgbClr val="C00000"/>
            </a:solidFill>
            <a:ln>
              <a:noFill/>
            </a:ln>
          </p:spPr>
          <p:txBody>
            <a:bodyPr spcFirstLastPara="1" wrap="square" lIns="485350" tIns="83800" rIns="83800" bIns="83800" anchor="ctr" anchorCtr="0">
              <a:noAutofit/>
            </a:bodyPr>
            <a:lstStyle/>
            <a:p>
              <a:pPr marL="0" marR="0" lvl="0" indent="0" algn="l" rtl="0">
                <a:lnSpc>
                  <a:spcPct val="90000"/>
                </a:lnSpc>
                <a:spcBef>
                  <a:spcPts val="0"/>
                </a:spcBef>
                <a:spcAft>
                  <a:spcPts val="0"/>
                </a:spcAft>
                <a:buClr>
                  <a:srgbClr val="000000"/>
                </a:buClr>
                <a:buSzPts val="3300"/>
                <a:buFont typeface="Arial"/>
                <a:buNone/>
              </a:pPr>
              <a:r>
                <a:rPr lang="en-GB" sz="3300">
                  <a:solidFill>
                    <a:schemeClr val="lt1"/>
                  </a:solidFill>
                  <a:latin typeface="Trebuchet MS"/>
                  <a:ea typeface="Trebuchet MS"/>
                  <a:cs typeface="Trebuchet MS"/>
                  <a:sym typeface="Trebuchet MS"/>
                </a:rPr>
                <a:t>K-means clustering</a:t>
              </a:r>
              <a:endParaRPr sz="1400" b="0" i="0" u="none" strike="noStrike" cap="none">
                <a:solidFill>
                  <a:srgbClr val="000000"/>
                </a:solidFill>
                <a:latin typeface="Arial"/>
                <a:ea typeface="Arial"/>
                <a:cs typeface="Arial"/>
                <a:sym typeface="Arial"/>
              </a:endParaRPr>
            </a:p>
          </p:txBody>
        </p:sp>
        <p:sp>
          <p:nvSpPr>
            <p:cNvPr id="148" name="Google Shape;148;p3"/>
            <p:cNvSpPr/>
            <p:nvPr/>
          </p:nvSpPr>
          <p:spPr>
            <a:xfrm>
              <a:off x="651354" y="2062920"/>
              <a:ext cx="764400" cy="764400"/>
            </a:xfrm>
            <a:prstGeom prst="ellipse">
              <a:avLst/>
            </a:prstGeom>
            <a:solidFill>
              <a:schemeClr val="lt1"/>
            </a:solidFill>
            <a:ln w="12700" cap="flat" cmpd="sng">
              <a:solidFill>
                <a:srgbClr val="93B6D2"/>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9" name="Google Shape;149;p3"/>
            <p:cNvSpPr/>
            <p:nvPr/>
          </p:nvSpPr>
          <p:spPr>
            <a:xfrm>
              <a:off x="516874" y="2979828"/>
              <a:ext cx="764400" cy="764400"/>
            </a:xfrm>
            <a:prstGeom prst="ellipse">
              <a:avLst/>
            </a:prstGeom>
            <a:solidFill>
              <a:schemeClr val="lt1"/>
            </a:solidFill>
            <a:ln w="12700" cap="flat" cmpd="sng">
              <a:solidFill>
                <a:srgbClr val="93B6D2"/>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0" name="Google Shape;150;p3"/>
            <p:cNvSpPr/>
            <p:nvPr/>
          </p:nvSpPr>
          <p:spPr>
            <a:xfrm>
              <a:off x="460881" y="3973169"/>
              <a:ext cx="7079400" cy="611400"/>
            </a:xfrm>
            <a:prstGeom prst="rect">
              <a:avLst/>
            </a:prstGeom>
            <a:solidFill>
              <a:srgbClr val="D7024C"/>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1" name="Google Shape;151;p3"/>
            <p:cNvSpPr txBox="1"/>
            <p:nvPr/>
          </p:nvSpPr>
          <p:spPr>
            <a:xfrm>
              <a:off x="460881" y="3973169"/>
              <a:ext cx="7079400" cy="611400"/>
            </a:xfrm>
            <a:prstGeom prst="rect">
              <a:avLst/>
            </a:prstGeom>
            <a:solidFill>
              <a:srgbClr val="D7024C"/>
            </a:solidFill>
            <a:ln>
              <a:noFill/>
            </a:ln>
          </p:spPr>
          <p:txBody>
            <a:bodyPr spcFirstLastPara="1" wrap="square" lIns="485350" tIns="83800" rIns="83800" bIns="83800" anchor="ctr" anchorCtr="0">
              <a:noAutofit/>
            </a:bodyPr>
            <a:lstStyle/>
            <a:p>
              <a:pPr marL="0" marR="0" lvl="0" indent="0" algn="l" rtl="0">
                <a:lnSpc>
                  <a:spcPct val="90000"/>
                </a:lnSpc>
                <a:spcBef>
                  <a:spcPts val="0"/>
                </a:spcBef>
                <a:spcAft>
                  <a:spcPts val="0"/>
                </a:spcAft>
                <a:buClr>
                  <a:srgbClr val="000000"/>
                </a:buClr>
                <a:buSzPts val="3300"/>
                <a:buFont typeface="Arial"/>
                <a:buNone/>
              </a:pPr>
              <a:r>
                <a:rPr lang="en-GB" sz="3300">
                  <a:solidFill>
                    <a:schemeClr val="lt1"/>
                  </a:solidFill>
                  <a:latin typeface="Trebuchet MS"/>
                  <a:ea typeface="Trebuchet MS"/>
                  <a:cs typeface="Trebuchet MS"/>
                  <a:sym typeface="Trebuchet MS"/>
                </a:rPr>
                <a:t>Hands-on practical</a:t>
              </a:r>
              <a:endParaRPr sz="1400" b="0" i="0" u="none" strike="noStrike" cap="none">
                <a:solidFill>
                  <a:srgbClr val="000000"/>
                </a:solidFill>
                <a:latin typeface="Arial"/>
                <a:ea typeface="Arial"/>
                <a:cs typeface="Arial"/>
                <a:sym typeface="Arial"/>
              </a:endParaRPr>
            </a:p>
          </p:txBody>
        </p:sp>
        <p:sp>
          <p:nvSpPr>
            <p:cNvPr id="152" name="Google Shape;152;p3"/>
            <p:cNvSpPr/>
            <p:nvPr/>
          </p:nvSpPr>
          <p:spPr>
            <a:xfrm>
              <a:off x="78714" y="3896735"/>
              <a:ext cx="764400" cy="764400"/>
            </a:xfrm>
            <a:prstGeom prst="ellipse">
              <a:avLst/>
            </a:prstGeom>
            <a:solidFill>
              <a:schemeClr val="lt1"/>
            </a:solidFill>
            <a:ln w="12700" cap="flat" cmpd="sng">
              <a:solidFill>
                <a:srgbClr val="93B6D2"/>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53" name="Google Shape;153;p3"/>
          <p:cNvSpPr txBox="1"/>
          <p:nvPr/>
        </p:nvSpPr>
        <p:spPr>
          <a:xfrm>
            <a:off x="2857725" y="4563100"/>
            <a:ext cx="6165000" cy="950700"/>
          </a:xfrm>
          <a:prstGeom prst="rect">
            <a:avLst/>
          </a:prstGeom>
          <a:solidFill>
            <a:srgbClr val="D7014D"/>
          </a:solidFill>
          <a:ln>
            <a:noFill/>
          </a:ln>
        </p:spPr>
        <p:txBody>
          <a:bodyPr spcFirstLastPara="1" wrap="square" lIns="485350" tIns="83800" rIns="83800" bIns="83800" anchor="ctr" anchorCtr="0">
            <a:noAutofit/>
          </a:bodyPr>
          <a:lstStyle/>
          <a:p>
            <a:pPr marL="0" marR="0" lvl="0" indent="0" algn="l" rtl="0">
              <a:lnSpc>
                <a:spcPct val="90000"/>
              </a:lnSpc>
              <a:spcBef>
                <a:spcPts val="0"/>
              </a:spcBef>
              <a:spcAft>
                <a:spcPts val="0"/>
              </a:spcAft>
              <a:buClr>
                <a:srgbClr val="000000"/>
              </a:buClr>
              <a:buSzPts val="3300"/>
              <a:buFont typeface="Arial"/>
              <a:buNone/>
            </a:pPr>
            <a:r>
              <a:rPr lang="en-GB" sz="3300">
                <a:solidFill>
                  <a:schemeClr val="lt1"/>
                </a:solidFill>
                <a:latin typeface="Trebuchet MS"/>
                <a:ea typeface="Trebuchet MS"/>
                <a:cs typeface="Trebuchet MS"/>
                <a:sym typeface="Trebuchet MS"/>
              </a:rPr>
              <a:t>Hierarchical clustering</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g305cc8ad85c_0_0"/>
          <p:cNvSpPr txBox="1">
            <a:spLocks noGrp="1"/>
          </p:cNvSpPr>
          <p:nvPr>
            <p:ph type="title"/>
          </p:nvPr>
        </p:nvSpPr>
        <p:spPr>
          <a:xfrm>
            <a:off x="838200" y="365126"/>
            <a:ext cx="10515600" cy="1143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GB"/>
              <a:t>Data Mining Techniques</a:t>
            </a:r>
            <a:endParaRPr/>
          </a:p>
        </p:txBody>
      </p:sp>
      <p:sp>
        <p:nvSpPr>
          <p:cNvPr id="160" name="Google Shape;160;g305cc8ad85c_0_0"/>
          <p:cNvSpPr txBox="1">
            <a:spLocks noGrp="1"/>
          </p:cNvSpPr>
          <p:nvPr>
            <p:ph type="body" idx="1"/>
          </p:nvPr>
        </p:nvSpPr>
        <p:spPr>
          <a:xfrm>
            <a:off x="838200" y="1687525"/>
            <a:ext cx="11010300" cy="4489500"/>
          </a:xfrm>
          <a:prstGeom prst="rect">
            <a:avLst/>
          </a:prstGeom>
          <a:noFill/>
          <a:ln>
            <a:noFill/>
          </a:ln>
        </p:spPr>
        <p:txBody>
          <a:bodyPr spcFirstLastPara="1" wrap="square" lIns="91425" tIns="45700" rIns="91425" bIns="45700" anchor="t" anchorCtr="0">
            <a:noAutofit/>
          </a:bodyPr>
          <a:lstStyle/>
          <a:p>
            <a:pPr marL="457200" lvl="0" indent="-419100" algn="l" rtl="0">
              <a:lnSpc>
                <a:spcPct val="115000"/>
              </a:lnSpc>
              <a:spcBef>
                <a:spcPts val="1200"/>
              </a:spcBef>
              <a:spcAft>
                <a:spcPts val="0"/>
              </a:spcAft>
              <a:buClr>
                <a:schemeClr val="dk1"/>
              </a:buClr>
              <a:buSzPts val="3000"/>
              <a:buFont typeface="Book Antiqua"/>
              <a:buAutoNum type="arabicPeriod"/>
            </a:pPr>
            <a:r>
              <a:rPr lang="en-GB" sz="3000">
                <a:latin typeface="Book Antiqua"/>
                <a:ea typeface="Book Antiqua"/>
                <a:cs typeface="Book Antiqua"/>
                <a:sym typeface="Book Antiqua"/>
              </a:rPr>
              <a:t>Data mining process: CRISP-DM methodology</a:t>
            </a:r>
            <a:endParaRPr sz="3000">
              <a:latin typeface="Book Antiqua"/>
              <a:ea typeface="Book Antiqua"/>
              <a:cs typeface="Book Antiqua"/>
              <a:sym typeface="Book Antiqua"/>
            </a:endParaRPr>
          </a:p>
          <a:p>
            <a:pPr marL="457200" lvl="0" indent="-419100" algn="l" rtl="0">
              <a:lnSpc>
                <a:spcPct val="115000"/>
              </a:lnSpc>
              <a:spcBef>
                <a:spcPts val="0"/>
              </a:spcBef>
              <a:spcAft>
                <a:spcPts val="0"/>
              </a:spcAft>
              <a:buClr>
                <a:schemeClr val="dk1"/>
              </a:buClr>
              <a:buSzPts val="3000"/>
              <a:buFont typeface="Book Antiqua"/>
              <a:buAutoNum type="arabicPeriod"/>
            </a:pPr>
            <a:r>
              <a:rPr lang="en-GB" sz="3000">
                <a:latin typeface="Book Antiqua"/>
                <a:ea typeface="Book Antiqua"/>
                <a:cs typeface="Book Antiqua"/>
                <a:sym typeface="Book Antiqua"/>
              </a:rPr>
              <a:t>Data exploration and visualization</a:t>
            </a:r>
            <a:endParaRPr sz="3000">
              <a:latin typeface="Book Antiqua"/>
              <a:ea typeface="Book Antiqua"/>
              <a:cs typeface="Book Antiqua"/>
              <a:sym typeface="Book Antiqua"/>
            </a:endParaRPr>
          </a:p>
          <a:p>
            <a:pPr marL="457200" lvl="0" indent="-419100" algn="l" rtl="0">
              <a:lnSpc>
                <a:spcPct val="115000"/>
              </a:lnSpc>
              <a:spcBef>
                <a:spcPts val="0"/>
              </a:spcBef>
              <a:spcAft>
                <a:spcPts val="0"/>
              </a:spcAft>
              <a:buClr>
                <a:schemeClr val="dk1"/>
              </a:buClr>
              <a:buSzPts val="3000"/>
              <a:buFont typeface="Book Antiqua"/>
              <a:buAutoNum type="arabicPeriod"/>
            </a:pPr>
            <a:r>
              <a:rPr lang="en-GB" sz="3000">
                <a:latin typeface="Book Antiqua"/>
                <a:ea typeface="Book Antiqua"/>
                <a:cs typeface="Book Antiqua"/>
                <a:sym typeface="Book Antiqua"/>
              </a:rPr>
              <a:t>Association rule mining</a:t>
            </a:r>
            <a:endParaRPr sz="3000">
              <a:latin typeface="Book Antiqua"/>
              <a:ea typeface="Book Antiqua"/>
              <a:cs typeface="Book Antiqua"/>
              <a:sym typeface="Book Antiqua"/>
            </a:endParaRPr>
          </a:p>
          <a:p>
            <a:pPr marL="457200" lvl="0" indent="-419100" algn="l" rtl="0">
              <a:lnSpc>
                <a:spcPct val="115000"/>
              </a:lnSpc>
              <a:spcBef>
                <a:spcPts val="0"/>
              </a:spcBef>
              <a:spcAft>
                <a:spcPts val="0"/>
              </a:spcAft>
              <a:buClr>
                <a:schemeClr val="dk1"/>
              </a:buClr>
              <a:buSzPts val="3000"/>
              <a:buFont typeface="Book Antiqua"/>
              <a:buAutoNum type="arabicPeriod"/>
            </a:pPr>
            <a:r>
              <a:rPr lang="en-GB" sz="3000">
                <a:latin typeface="Book Antiqua"/>
                <a:ea typeface="Book Antiqua"/>
                <a:cs typeface="Book Antiqua"/>
                <a:sym typeface="Book Antiqua"/>
              </a:rPr>
              <a:t>Classification algorithms (Decision trees, Naïve Bayes, Support Vector Machines)</a:t>
            </a:r>
            <a:endParaRPr sz="3000">
              <a:latin typeface="Book Antiqua"/>
              <a:ea typeface="Book Antiqua"/>
              <a:cs typeface="Book Antiqua"/>
              <a:sym typeface="Book Antiqua"/>
            </a:endParaRPr>
          </a:p>
          <a:p>
            <a:pPr marL="457200" lvl="0" indent="-419100" algn="l" rtl="0">
              <a:lnSpc>
                <a:spcPct val="115000"/>
              </a:lnSpc>
              <a:spcBef>
                <a:spcPts val="0"/>
              </a:spcBef>
              <a:spcAft>
                <a:spcPts val="0"/>
              </a:spcAft>
              <a:buClr>
                <a:srgbClr val="C00000"/>
              </a:buClr>
              <a:buSzPts val="3000"/>
              <a:buFont typeface="Book Antiqua"/>
              <a:buAutoNum type="arabicPeriod"/>
            </a:pPr>
            <a:r>
              <a:rPr lang="en-GB" sz="3000">
                <a:solidFill>
                  <a:srgbClr val="C00000"/>
                </a:solidFill>
                <a:latin typeface="Book Antiqua"/>
                <a:ea typeface="Book Antiqua"/>
                <a:cs typeface="Book Antiqua"/>
                <a:sym typeface="Book Antiqua"/>
              </a:rPr>
              <a:t>Clustering algorithms (K-means, hierarchical clustering)</a:t>
            </a:r>
            <a:endParaRPr sz="3000">
              <a:solidFill>
                <a:srgbClr val="C00000"/>
              </a:solidFill>
              <a:latin typeface="Book Antiqua"/>
              <a:ea typeface="Book Antiqua"/>
              <a:cs typeface="Book Antiqua"/>
              <a:sym typeface="Book Antiqua"/>
            </a:endParaRPr>
          </a:p>
          <a:p>
            <a:pPr marL="457200" lvl="0" indent="-419100" algn="l" rtl="0">
              <a:lnSpc>
                <a:spcPct val="115000"/>
              </a:lnSpc>
              <a:spcBef>
                <a:spcPts val="0"/>
              </a:spcBef>
              <a:spcAft>
                <a:spcPts val="0"/>
              </a:spcAft>
              <a:buClr>
                <a:schemeClr val="dk1"/>
              </a:buClr>
              <a:buSzPts val="3000"/>
              <a:buFont typeface="Book Antiqua"/>
              <a:buAutoNum type="arabicPeriod"/>
            </a:pPr>
            <a:r>
              <a:rPr lang="en-GB" sz="3000">
                <a:latin typeface="Book Antiqua"/>
                <a:ea typeface="Book Antiqua"/>
                <a:cs typeface="Book Antiqua"/>
                <a:sym typeface="Book Antiqua"/>
              </a:rPr>
              <a:t>Outlier detection</a:t>
            </a:r>
            <a:endParaRPr sz="3000">
              <a:latin typeface="Book Antiqua"/>
              <a:ea typeface="Book Antiqua"/>
              <a:cs typeface="Book Antiqua"/>
              <a:sym typeface="Book Antiqu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g308e2d8deb8_0_0"/>
          <p:cNvSpPr txBox="1">
            <a:spLocks noGrp="1"/>
          </p:cNvSpPr>
          <p:nvPr>
            <p:ph type="title"/>
          </p:nvPr>
        </p:nvSpPr>
        <p:spPr>
          <a:xfrm>
            <a:off x="838200" y="365126"/>
            <a:ext cx="10515600" cy="1143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GB"/>
              <a:t>History of AI analytics</a:t>
            </a:r>
            <a:endParaRPr/>
          </a:p>
        </p:txBody>
      </p:sp>
      <p:pic>
        <p:nvPicPr>
          <p:cNvPr id="167" name="Google Shape;167;g308e2d8deb8_0_0"/>
          <p:cNvPicPr preferRelativeResize="0"/>
          <p:nvPr/>
        </p:nvPicPr>
        <p:blipFill rotWithShape="1">
          <a:blip r:embed="rId3">
            <a:alphaModFix/>
          </a:blip>
          <a:srcRect/>
          <a:stretch/>
        </p:blipFill>
        <p:spPr>
          <a:xfrm>
            <a:off x="1502050" y="1660525"/>
            <a:ext cx="10000425" cy="46441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g308e2d8deb8_0_10"/>
          <p:cNvSpPr txBox="1">
            <a:spLocks noGrp="1"/>
          </p:cNvSpPr>
          <p:nvPr>
            <p:ph type="title"/>
          </p:nvPr>
        </p:nvSpPr>
        <p:spPr>
          <a:xfrm>
            <a:off x="838200" y="365126"/>
            <a:ext cx="10515600" cy="1143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GB"/>
              <a:t>History of AI analytics</a:t>
            </a:r>
            <a:endParaRPr/>
          </a:p>
        </p:txBody>
      </p:sp>
      <p:pic>
        <p:nvPicPr>
          <p:cNvPr id="174" name="Google Shape;174;g308e2d8deb8_0_10"/>
          <p:cNvPicPr preferRelativeResize="0"/>
          <p:nvPr/>
        </p:nvPicPr>
        <p:blipFill rotWithShape="1">
          <a:blip r:embed="rId3">
            <a:alphaModFix/>
          </a:blip>
          <a:srcRect/>
          <a:stretch/>
        </p:blipFill>
        <p:spPr>
          <a:xfrm>
            <a:off x="990600" y="1660525"/>
            <a:ext cx="10757150" cy="47532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g3078a721397_0_9"/>
          <p:cNvSpPr txBox="1">
            <a:spLocks noGrp="1"/>
          </p:cNvSpPr>
          <p:nvPr>
            <p:ph type="title"/>
          </p:nvPr>
        </p:nvSpPr>
        <p:spPr>
          <a:xfrm>
            <a:off x="838200" y="365126"/>
            <a:ext cx="10515600" cy="1143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GB"/>
              <a:t>Unsupervised Machine Learning</a:t>
            </a:r>
            <a:endParaRPr/>
          </a:p>
        </p:txBody>
      </p:sp>
      <p:sp>
        <p:nvSpPr>
          <p:cNvPr id="181" name="Google Shape;181;g3078a721397_0_9"/>
          <p:cNvSpPr txBox="1">
            <a:spLocks noGrp="1"/>
          </p:cNvSpPr>
          <p:nvPr>
            <p:ph type="body" idx="1"/>
          </p:nvPr>
        </p:nvSpPr>
        <p:spPr>
          <a:xfrm>
            <a:off x="838200" y="1687525"/>
            <a:ext cx="11010300" cy="4489500"/>
          </a:xfrm>
          <a:prstGeom prst="rect">
            <a:avLst/>
          </a:prstGeom>
          <a:noFill/>
          <a:ln>
            <a:noFill/>
          </a:ln>
        </p:spPr>
        <p:txBody>
          <a:bodyPr spcFirstLastPara="1" wrap="square" lIns="91425" tIns="45700" rIns="91425" bIns="45700" anchor="t" anchorCtr="0">
            <a:noAutofit/>
          </a:bodyPr>
          <a:lstStyle/>
          <a:p>
            <a:pPr marL="457200" lvl="0" indent="-381000" algn="l" rtl="0">
              <a:lnSpc>
                <a:spcPct val="98181"/>
              </a:lnSpc>
              <a:spcBef>
                <a:spcPts val="1000"/>
              </a:spcBef>
              <a:spcAft>
                <a:spcPts val="0"/>
              </a:spcAft>
              <a:buSzPts val="2400"/>
              <a:buFont typeface="Book Antiqua"/>
              <a:buChar char="❑"/>
            </a:pPr>
            <a:r>
              <a:rPr lang="en-GB" sz="2400">
                <a:latin typeface="Book Antiqua"/>
                <a:ea typeface="Book Antiqua"/>
                <a:cs typeface="Book Antiqua"/>
                <a:sym typeface="Book Antiqua"/>
              </a:rPr>
              <a:t>No information about correct outputs are available.</a:t>
            </a:r>
            <a:endParaRPr sz="2400">
              <a:latin typeface="Book Antiqua"/>
              <a:ea typeface="Book Antiqua"/>
              <a:cs typeface="Book Antiqua"/>
              <a:sym typeface="Book Antiqua"/>
            </a:endParaRPr>
          </a:p>
          <a:p>
            <a:pPr marL="457200" lvl="0" indent="-381000" algn="l" rtl="0">
              <a:lnSpc>
                <a:spcPct val="98181"/>
              </a:lnSpc>
              <a:spcBef>
                <a:spcPts val="0"/>
              </a:spcBef>
              <a:spcAft>
                <a:spcPts val="0"/>
              </a:spcAft>
              <a:buSzPts val="2400"/>
              <a:buFont typeface="Book Antiqua"/>
              <a:buChar char="❑"/>
            </a:pPr>
            <a:r>
              <a:rPr lang="en-GB" sz="2400">
                <a:latin typeface="Book Antiqua"/>
                <a:ea typeface="Book Antiqua"/>
                <a:cs typeface="Book Antiqua"/>
                <a:sym typeface="Book Antiqua"/>
              </a:rPr>
              <a:t>No Regression No guesses about the function can be made</a:t>
            </a:r>
            <a:endParaRPr sz="2400">
              <a:latin typeface="Book Antiqua"/>
              <a:ea typeface="Book Antiqua"/>
              <a:cs typeface="Book Antiqua"/>
              <a:sym typeface="Book Antiqua"/>
            </a:endParaRPr>
          </a:p>
          <a:p>
            <a:pPr marL="457200" lvl="0" indent="-381000" algn="l" rtl="0">
              <a:lnSpc>
                <a:spcPct val="98181"/>
              </a:lnSpc>
              <a:spcBef>
                <a:spcPts val="0"/>
              </a:spcBef>
              <a:spcAft>
                <a:spcPts val="0"/>
              </a:spcAft>
              <a:buSzPts val="2400"/>
              <a:buFont typeface="Book Antiqua"/>
              <a:buChar char="❑"/>
            </a:pPr>
            <a:r>
              <a:rPr lang="en-GB" sz="2400">
                <a:latin typeface="Book Antiqua"/>
                <a:ea typeface="Book Antiqua"/>
                <a:cs typeface="Book Antiqua"/>
                <a:sym typeface="Book Antiqua"/>
              </a:rPr>
              <a:t>Classification? No information about the correct classes. But if we design our algorithm so that it exploits similarities between inputs so as to cluster inputs that are similar together, this might perform classification automatically</a:t>
            </a:r>
            <a:endParaRPr sz="2400">
              <a:latin typeface="Book Antiqua"/>
              <a:ea typeface="Book Antiqua"/>
              <a:cs typeface="Book Antiqua"/>
              <a:sym typeface="Book Antiqua"/>
            </a:endParaRPr>
          </a:p>
          <a:p>
            <a:pPr marL="0" lvl="0" indent="0" algn="l" rtl="0">
              <a:lnSpc>
                <a:spcPct val="98181"/>
              </a:lnSpc>
              <a:spcBef>
                <a:spcPts val="1000"/>
              </a:spcBef>
              <a:spcAft>
                <a:spcPts val="0"/>
              </a:spcAft>
              <a:buNone/>
            </a:pPr>
            <a:r>
              <a:rPr lang="en-GB" sz="2400">
                <a:solidFill>
                  <a:srgbClr val="FF0000"/>
                </a:solidFill>
                <a:latin typeface="Book Antiqua"/>
                <a:ea typeface="Book Antiqua"/>
                <a:cs typeface="Book Antiqua"/>
                <a:sym typeface="Book Antiqua"/>
              </a:rPr>
              <a:t>In essence</a:t>
            </a:r>
            <a:r>
              <a:rPr lang="en-GB" sz="2400">
                <a:latin typeface="Book Antiqua"/>
                <a:ea typeface="Book Antiqua"/>
                <a:cs typeface="Book Antiqua"/>
                <a:sym typeface="Book Antiqua"/>
              </a:rPr>
              <a:t>: The aim of unsupervised learning is to find clusters of similar inputs in the data without being explicitly told that some datapoints belong to one class and the other in other classes. The algorithm has to discover this similarity by itself</a:t>
            </a:r>
            <a:endParaRPr sz="2400">
              <a:latin typeface="Book Antiqua"/>
              <a:ea typeface="Book Antiqua"/>
              <a:cs typeface="Book Antiqua"/>
              <a:sym typeface="Book Antiqua"/>
            </a:endParaRPr>
          </a:p>
          <a:p>
            <a:pPr marL="914400" lvl="0" indent="0" algn="l" rtl="0">
              <a:lnSpc>
                <a:spcPct val="115000"/>
              </a:lnSpc>
              <a:spcBef>
                <a:spcPts val="0"/>
              </a:spcBef>
              <a:spcAft>
                <a:spcPts val="0"/>
              </a:spcAft>
              <a:buNone/>
            </a:pPr>
            <a:endParaRPr sz="2900">
              <a:latin typeface="Book Antiqua"/>
              <a:ea typeface="Book Antiqua"/>
              <a:cs typeface="Book Antiqua"/>
              <a:sym typeface="Book Antiqua"/>
            </a:endParaRPr>
          </a:p>
          <a:p>
            <a:pPr marL="0" lvl="0" indent="0" algn="l" rtl="0">
              <a:lnSpc>
                <a:spcPct val="115000"/>
              </a:lnSpc>
              <a:spcBef>
                <a:spcPts val="1200"/>
              </a:spcBef>
              <a:spcAft>
                <a:spcPts val="1200"/>
              </a:spcAft>
              <a:buSzPts val="1800"/>
              <a:buNone/>
            </a:pPr>
            <a:endParaRPr sz="2500" b="1">
              <a:latin typeface="Book Antiqua"/>
              <a:ea typeface="Book Antiqua"/>
              <a:cs typeface="Book Antiqua"/>
              <a:sym typeface="Book Antiqu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g308e2d8deb8_0_18"/>
          <p:cNvSpPr txBox="1">
            <a:spLocks noGrp="1"/>
          </p:cNvSpPr>
          <p:nvPr>
            <p:ph type="title"/>
          </p:nvPr>
        </p:nvSpPr>
        <p:spPr>
          <a:xfrm>
            <a:off x="838200" y="365126"/>
            <a:ext cx="10515600" cy="1143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GB"/>
              <a:t>Unsupervised Machine Learning</a:t>
            </a:r>
            <a:endParaRPr/>
          </a:p>
        </p:txBody>
      </p:sp>
      <p:pic>
        <p:nvPicPr>
          <p:cNvPr id="188" name="Google Shape;188;g308e2d8deb8_0_18"/>
          <p:cNvPicPr preferRelativeResize="0"/>
          <p:nvPr/>
        </p:nvPicPr>
        <p:blipFill>
          <a:blip r:embed="rId3">
            <a:alphaModFix/>
          </a:blip>
          <a:stretch>
            <a:fillRect/>
          </a:stretch>
        </p:blipFill>
        <p:spPr>
          <a:xfrm>
            <a:off x="2514600" y="1660525"/>
            <a:ext cx="8721999" cy="471377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g3078a721397_0_3"/>
          <p:cNvSpPr txBox="1">
            <a:spLocks noGrp="1"/>
          </p:cNvSpPr>
          <p:nvPr>
            <p:ph type="title"/>
          </p:nvPr>
        </p:nvSpPr>
        <p:spPr>
          <a:xfrm>
            <a:off x="838200" y="365126"/>
            <a:ext cx="10515600" cy="1143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GB"/>
              <a:t>Clustering algorithms</a:t>
            </a:r>
            <a:endParaRPr/>
          </a:p>
        </p:txBody>
      </p:sp>
      <p:sp>
        <p:nvSpPr>
          <p:cNvPr id="195" name="Google Shape;195;g3078a721397_0_3"/>
          <p:cNvSpPr txBox="1">
            <a:spLocks noGrp="1"/>
          </p:cNvSpPr>
          <p:nvPr>
            <p:ph type="body" idx="1"/>
          </p:nvPr>
        </p:nvSpPr>
        <p:spPr>
          <a:xfrm>
            <a:off x="838200" y="1687525"/>
            <a:ext cx="11010300" cy="4489500"/>
          </a:xfrm>
          <a:prstGeom prst="rect">
            <a:avLst/>
          </a:prstGeom>
          <a:noFill/>
          <a:ln>
            <a:noFill/>
          </a:ln>
        </p:spPr>
        <p:txBody>
          <a:bodyPr spcFirstLastPara="1" wrap="square" lIns="91425" tIns="45700" rIns="91425" bIns="45700" anchor="t" anchorCtr="0">
            <a:noAutofit/>
          </a:bodyPr>
          <a:lstStyle/>
          <a:p>
            <a:pPr marL="914400" lvl="1" indent="-419100" algn="l" rtl="0">
              <a:lnSpc>
                <a:spcPct val="115000"/>
              </a:lnSpc>
              <a:spcBef>
                <a:spcPts val="1200"/>
              </a:spcBef>
              <a:spcAft>
                <a:spcPts val="0"/>
              </a:spcAft>
              <a:buClr>
                <a:schemeClr val="dk1"/>
              </a:buClr>
              <a:buSzPts val="3000"/>
              <a:buFont typeface="Book Antiqua"/>
              <a:buChar char="❑"/>
            </a:pPr>
            <a:r>
              <a:rPr lang="en-GB" sz="3000">
                <a:latin typeface="Book Antiqua"/>
                <a:ea typeface="Book Antiqua"/>
                <a:cs typeface="Book Antiqua"/>
                <a:sym typeface="Book Antiqua"/>
              </a:rPr>
              <a:t>Clustering is a fundamental technique in data mining that involves grouping similar data points together. </a:t>
            </a:r>
            <a:endParaRPr sz="3000">
              <a:latin typeface="Book Antiqua"/>
              <a:ea typeface="Book Antiqua"/>
              <a:cs typeface="Book Antiqua"/>
              <a:sym typeface="Book Antiqua"/>
            </a:endParaRPr>
          </a:p>
          <a:p>
            <a:pPr marL="914400" lvl="1" indent="-419100" algn="l" rtl="0">
              <a:lnSpc>
                <a:spcPct val="115000"/>
              </a:lnSpc>
              <a:spcBef>
                <a:spcPts val="1200"/>
              </a:spcBef>
              <a:spcAft>
                <a:spcPts val="0"/>
              </a:spcAft>
              <a:buClr>
                <a:schemeClr val="dk1"/>
              </a:buClr>
              <a:buSzPts val="3000"/>
              <a:buFont typeface="Book Antiqua"/>
              <a:buChar char="❑"/>
            </a:pPr>
            <a:r>
              <a:rPr lang="en-GB" sz="3000">
                <a:latin typeface="Book Antiqua"/>
                <a:ea typeface="Book Antiqua"/>
                <a:cs typeface="Book Antiqua"/>
                <a:sym typeface="Book Antiqua"/>
              </a:rPr>
              <a:t>It's a powerful tool for discovering hidden patterns, anomalies, and structures within large datasets. </a:t>
            </a:r>
            <a:endParaRPr sz="3000">
              <a:latin typeface="Book Antiqua"/>
              <a:ea typeface="Book Antiqua"/>
              <a:cs typeface="Book Antiqua"/>
              <a:sym typeface="Book Antiqua"/>
            </a:endParaRPr>
          </a:p>
          <a:p>
            <a:pPr marL="914400" lvl="1" indent="-419100" algn="l" rtl="0">
              <a:lnSpc>
                <a:spcPct val="115000"/>
              </a:lnSpc>
              <a:spcBef>
                <a:spcPts val="1200"/>
              </a:spcBef>
              <a:spcAft>
                <a:spcPts val="0"/>
              </a:spcAft>
              <a:buClr>
                <a:schemeClr val="dk1"/>
              </a:buClr>
              <a:buSzPts val="3000"/>
              <a:buFont typeface="Book Antiqua"/>
              <a:buChar char="❑"/>
            </a:pPr>
            <a:r>
              <a:rPr lang="en-GB" sz="3000">
                <a:latin typeface="Book Antiqua"/>
                <a:ea typeface="Book Antiqua"/>
                <a:cs typeface="Book Antiqua"/>
                <a:sym typeface="Book Antiqua"/>
              </a:rPr>
              <a:t>Two popular clustering algorithms are K-means and Hierarchical Clustering.</a:t>
            </a:r>
            <a:endParaRPr sz="3000">
              <a:latin typeface="Book Antiqua"/>
              <a:ea typeface="Book Antiqua"/>
              <a:cs typeface="Book Antiqua"/>
              <a:sym typeface="Book Antiqu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g305cc8ad85c_0_6"/>
          <p:cNvSpPr txBox="1">
            <a:spLocks noGrp="1"/>
          </p:cNvSpPr>
          <p:nvPr>
            <p:ph type="title"/>
          </p:nvPr>
        </p:nvSpPr>
        <p:spPr>
          <a:xfrm>
            <a:off x="838200" y="365126"/>
            <a:ext cx="10515600" cy="1143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GB"/>
              <a:t>K-means clustering </a:t>
            </a:r>
            <a:endParaRPr/>
          </a:p>
        </p:txBody>
      </p:sp>
      <p:sp>
        <p:nvSpPr>
          <p:cNvPr id="202" name="Google Shape;202;g305cc8ad85c_0_6"/>
          <p:cNvSpPr txBox="1">
            <a:spLocks noGrp="1"/>
          </p:cNvSpPr>
          <p:nvPr>
            <p:ph type="body" idx="1"/>
          </p:nvPr>
        </p:nvSpPr>
        <p:spPr>
          <a:xfrm>
            <a:off x="838200" y="1687525"/>
            <a:ext cx="11133000" cy="40995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None/>
            </a:pPr>
            <a:r>
              <a:rPr lang="en-GB" sz="2000">
                <a:latin typeface="Book Antiqua"/>
                <a:ea typeface="Book Antiqua"/>
                <a:cs typeface="Book Antiqua"/>
                <a:sym typeface="Book Antiqua"/>
              </a:rPr>
              <a:t>Groups data points into a specified number of clusters (K). K-means is primarily used for clustering and grouping similar data points. It does not predict labels for new data; it assigns them to existing clusters based on similarity.</a:t>
            </a:r>
            <a:endParaRPr sz="2000">
              <a:latin typeface="Book Antiqua"/>
              <a:ea typeface="Book Antiqua"/>
              <a:cs typeface="Book Antiqua"/>
              <a:sym typeface="Book Antiqua"/>
            </a:endParaRPr>
          </a:p>
          <a:p>
            <a:pPr marL="0" lvl="0" indent="0" algn="l" rtl="0">
              <a:lnSpc>
                <a:spcPct val="115000"/>
              </a:lnSpc>
              <a:spcBef>
                <a:spcPts val="1200"/>
              </a:spcBef>
              <a:spcAft>
                <a:spcPts val="0"/>
              </a:spcAft>
              <a:buNone/>
            </a:pPr>
            <a:r>
              <a:rPr lang="en-GB" sz="1900" b="1">
                <a:latin typeface="Book Antiqua"/>
                <a:ea typeface="Book Antiqua"/>
                <a:cs typeface="Book Antiqua"/>
                <a:sym typeface="Book Antiqua"/>
              </a:rPr>
              <a:t>How it works:</a:t>
            </a:r>
            <a:endParaRPr sz="1900" b="1">
              <a:latin typeface="Book Antiqua"/>
              <a:ea typeface="Book Antiqua"/>
              <a:cs typeface="Book Antiqua"/>
              <a:sym typeface="Book Antiqua"/>
            </a:endParaRPr>
          </a:p>
          <a:p>
            <a:pPr marL="457200" lvl="0" indent="-349250" algn="l" rtl="0">
              <a:lnSpc>
                <a:spcPct val="115000"/>
              </a:lnSpc>
              <a:spcBef>
                <a:spcPts val="1200"/>
              </a:spcBef>
              <a:spcAft>
                <a:spcPts val="0"/>
              </a:spcAft>
              <a:buClr>
                <a:schemeClr val="dk1"/>
              </a:buClr>
              <a:buSzPts val="1900"/>
              <a:buFont typeface="Book Antiqua"/>
              <a:buAutoNum type="arabicPeriod"/>
            </a:pPr>
            <a:r>
              <a:rPr lang="en-GB" sz="1900" b="1">
                <a:latin typeface="Book Antiqua"/>
                <a:ea typeface="Book Antiqua"/>
                <a:cs typeface="Book Antiqua"/>
                <a:sym typeface="Book Antiqua"/>
              </a:rPr>
              <a:t>Initialization:</a:t>
            </a:r>
            <a:endParaRPr sz="1900" b="1">
              <a:latin typeface="Book Antiqua"/>
              <a:ea typeface="Book Antiqua"/>
              <a:cs typeface="Book Antiqua"/>
              <a:sym typeface="Book Antiqua"/>
            </a:endParaRPr>
          </a:p>
          <a:p>
            <a:pPr marL="914400" lvl="1" indent="-349250" algn="l" rtl="0">
              <a:lnSpc>
                <a:spcPct val="115000"/>
              </a:lnSpc>
              <a:spcBef>
                <a:spcPts val="0"/>
              </a:spcBef>
              <a:spcAft>
                <a:spcPts val="0"/>
              </a:spcAft>
              <a:buClr>
                <a:schemeClr val="dk1"/>
              </a:buClr>
              <a:buSzPts val="1900"/>
              <a:buFont typeface="Book Antiqua"/>
              <a:buChar char="○"/>
            </a:pPr>
            <a:r>
              <a:rPr lang="en-GB" sz="1900">
                <a:latin typeface="Book Antiqua"/>
                <a:ea typeface="Book Antiqua"/>
                <a:cs typeface="Book Antiqua"/>
                <a:sym typeface="Book Antiqua"/>
              </a:rPr>
              <a:t>Randomly select K initial cluster centroids.</a:t>
            </a:r>
            <a:endParaRPr sz="1900">
              <a:latin typeface="Book Antiqua"/>
              <a:ea typeface="Book Antiqua"/>
              <a:cs typeface="Book Antiqua"/>
              <a:sym typeface="Book Antiqua"/>
            </a:endParaRPr>
          </a:p>
          <a:p>
            <a:pPr marL="457200" lvl="0" indent="-349250" algn="l" rtl="0">
              <a:lnSpc>
                <a:spcPct val="115000"/>
              </a:lnSpc>
              <a:spcBef>
                <a:spcPts val="0"/>
              </a:spcBef>
              <a:spcAft>
                <a:spcPts val="0"/>
              </a:spcAft>
              <a:buClr>
                <a:schemeClr val="dk1"/>
              </a:buClr>
              <a:buSzPts val="1900"/>
              <a:buFont typeface="Book Antiqua"/>
              <a:buAutoNum type="arabicPeriod"/>
            </a:pPr>
            <a:r>
              <a:rPr lang="en-GB" sz="1900" b="1">
                <a:latin typeface="Book Antiqua"/>
                <a:ea typeface="Book Antiqua"/>
                <a:cs typeface="Book Antiqua"/>
                <a:sym typeface="Book Antiqua"/>
              </a:rPr>
              <a:t>Assignment:</a:t>
            </a:r>
            <a:endParaRPr sz="1900" b="1">
              <a:latin typeface="Book Antiqua"/>
              <a:ea typeface="Book Antiqua"/>
              <a:cs typeface="Book Antiqua"/>
              <a:sym typeface="Book Antiqua"/>
            </a:endParaRPr>
          </a:p>
          <a:p>
            <a:pPr marL="914400" lvl="1" indent="-349250" algn="l" rtl="0">
              <a:lnSpc>
                <a:spcPct val="115000"/>
              </a:lnSpc>
              <a:spcBef>
                <a:spcPts val="0"/>
              </a:spcBef>
              <a:spcAft>
                <a:spcPts val="0"/>
              </a:spcAft>
              <a:buClr>
                <a:schemeClr val="dk1"/>
              </a:buClr>
              <a:buSzPts val="1900"/>
              <a:buFont typeface="Book Antiqua"/>
              <a:buChar char="○"/>
            </a:pPr>
            <a:r>
              <a:rPr lang="en-GB" sz="1900">
                <a:latin typeface="Book Antiqua"/>
                <a:ea typeface="Book Antiqua"/>
                <a:cs typeface="Book Antiqua"/>
                <a:sym typeface="Book Antiqua"/>
              </a:rPr>
              <a:t>Assign each data point to the nearest cluster centroid based on a distance metric (e.g., Euclidean distance, Hamming distance).   </a:t>
            </a:r>
            <a:endParaRPr sz="1900">
              <a:latin typeface="Book Antiqua"/>
              <a:ea typeface="Book Antiqua"/>
              <a:cs typeface="Book Antiqua"/>
              <a:sym typeface="Book Antiqua"/>
            </a:endParaRPr>
          </a:p>
          <a:p>
            <a:pPr marL="457200" lvl="0" indent="-349250" algn="l" rtl="0">
              <a:lnSpc>
                <a:spcPct val="115000"/>
              </a:lnSpc>
              <a:spcBef>
                <a:spcPts val="0"/>
              </a:spcBef>
              <a:spcAft>
                <a:spcPts val="0"/>
              </a:spcAft>
              <a:buClr>
                <a:schemeClr val="dk1"/>
              </a:buClr>
              <a:buSzPts val="1900"/>
              <a:buFont typeface="Book Antiqua"/>
              <a:buAutoNum type="arabicPeriod"/>
            </a:pPr>
            <a:r>
              <a:rPr lang="en-GB" sz="1900" b="1">
                <a:latin typeface="Book Antiqua"/>
                <a:ea typeface="Book Antiqua"/>
                <a:cs typeface="Book Antiqua"/>
                <a:sym typeface="Book Antiqua"/>
              </a:rPr>
              <a:t>Update:</a:t>
            </a:r>
            <a:endParaRPr sz="1900" b="1">
              <a:latin typeface="Book Antiqua"/>
              <a:ea typeface="Book Antiqua"/>
              <a:cs typeface="Book Antiqua"/>
              <a:sym typeface="Book Antiqua"/>
            </a:endParaRPr>
          </a:p>
          <a:p>
            <a:pPr marL="914400" lvl="1" indent="-349250" algn="l" rtl="0">
              <a:lnSpc>
                <a:spcPct val="115000"/>
              </a:lnSpc>
              <a:spcBef>
                <a:spcPts val="0"/>
              </a:spcBef>
              <a:spcAft>
                <a:spcPts val="0"/>
              </a:spcAft>
              <a:buClr>
                <a:schemeClr val="dk1"/>
              </a:buClr>
              <a:buSzPts val="1900"/>
              <a:buFont typeface="Book Antiqua"/>
              <a:buChar char="○"/>
            </a:pPr>
            <a:r>
              <a:rPr lang="en-GB" sz="1900">
                <a:latin typeface="Book Antiqua"/>
                <a:ea typeface="Book Antiqua"/>
                <a:cs typeface="Book Antiqua"/>
                <a:sym typeface="Book Antiqua"/>
              </a:rPr>
              <a:t>Recalculates the centroid of each cluster as the mean of all points assigned to it.</a:t>
            </a:r>
            <a:endParaRPr sz="1900">
              <a:latin typeface="Book Antiqua"/>
              <a:ea typeface="Book Antiqua"/>
              <a:cs typeface="Book Antiqua"/>
              <a:sym typeface="Book Antiqua"/>
            </a:endParaRPr>
          </a:p>
          <a:p>
            <a:pPr marL="457200" lvl="0" indent="-349250" algn="l" rtl="0">
              <a:lnSpc>
                <a:spcPct val="115000"/>
              </a:lnSpc>
              <a:spcBef>
                <a:spcPts val="0"/>
              </a:spcBef>
              <a:spcAft>
                <a:spcPts val="0"/>
              </a:spcAft>
              <a:buClr>
                <a:schemeClr val="dk1"/>
              </a:buClr>
              <a:buSzPts val="1900"/>
              <a:buFont typeface="Book Antiqua"/>
              <a:buAutoNum type="arabicPeriod"/>
            </a:pPr>
            <a:r>
              <a:rPr lang="en-GB" sz="1900" b="1">
                <a:latin typeface="Book Antiqua"/>
                <a:ea typeface="Book Antiqua"/>
                <a:cs typeface="Book Antiqua"/>
                <a:sym typeface="Book Antiqua"/>
              </a:rPr>
              <a:t>Iteration:</a:t>
            </a:r>
            <a:endParaRPr sz="1900" b="1">
              <a:latin typeface="Book Antiqua"/>
              <a:ea typeface="Book Antiqua"/>
              <a:cs typeface="Book Antiqua"/>
              <a:sym typeface="Book Antiqua"/>
            </a:endParaRPr>
          </a:p>
          <a:p>
            <a:pPr marL="914400" lvl="1" indent="-349250" algn="l" rtl="0">
              <a:lnSpc>
                <a:spcPct val="115000"/>
              </a:lnSpc>
              <a:spcBef>
                <a:spcPts val="0"/>
              </a:spcBef>
              <a:spcAft>
                <a:spcPts val="0"/>
              </a:spcAft>
              <a:buClr>
                <a:schemeClr val="dk1"/>
              </a:buClr>
              <a:buSzPts val="1900"/>
              <a:buFont typeface="Book Antiqua"/>
              <a:buChar char="○"/>
            </a:pPr>
            <a:r>
              <a:rPr lang="en-GB" sz="1900">
                <a:latin typeface="Book Antiqua"/>
                <a:ea typeface="Book Antiqua"/>
                <a:cs typeface="Book Antiqua"/>
                <a:sym typeface="Book Antiqua"/>
              </a:rPr>
              <a:t>Repeat steps 2 and 3 until convergence, i.e., when the cluster assignments no longer change significantly.</a:t>
            </a:r>
            <a:endParaRPr sz="3200">
              <a:latin typeface="Book Antiqua"/>
              <a:ea typeface="Book Antiqua"/>
              <a:cs typeface="Book Antiqua"/>
              <a:sym typeface="Book Antiqua"/>
            </a:endParaRPr>
          </a:p>
          <a:p>
            <a:pPr marL="0" lvl="0" indent="0" algn="l" rtl="0">
              <a:lnSpc>
                <a:spcPct val="70000"/>
              </a:lnSpc>
              <a:spcBef>
                <a:spcPts val="1200"/>
              </a:spcBef>
              <a:spcAft>
                <a:spcPts val="0"/>
              </a:spcAft>
              <a:buSzPts val="1641"/>
              <a:buNone/>
            </a:pPr>
            <a:endParaRPr sz="2670">
              <a:latin typeface="Book Antiqua"/>
              <a:ea typeface="Book Antiqua"/>
              <a:cs typeface="Book Antiqua"/>
              <a:sym typeface="Book Antiqu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g308e2d8deb8_0_38"/>
          <p:cNvSpPr txBox="1">
            <a:spLocks noGrp="1"/>
          </p:cNvSpPr>
          <p:nvPr>
            <p:ph type="title"/>
          </p:nvPr>
        </p:nvSpPr>
        <p:spPr>
          <a:xfrm>
            <a:off x="838200" y="365126"/>
            <a:ext cx="10515600" cy="1143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GB"/>
              <a:t>Determining the number of clusters (k) </a:t>
            </a:r>
            <a:endParaRPr/>
          </a:p>
        </p:txBody>
      </p:sp>
      <p:sp>
        <p:nvSpPr>
          <p:cNvPr id="209" name="Google Shape;209;g308e2d8deb8_0_38"/>
          <p:cNvSpPr txBox="1">
            <a:spLocks noGrp="1"/>
          </p:cNvSpPr>
          <p:nvPr>
            <p:ph type="body" idx="1"/>
          </p:nvPr>
        </p:nvSpPr>
        <p:spPr>
          <a:xfrm>
            <a:off x="838200" y="1687525"/>
            <a:ext cx="10891200" cy="1698300"/>
          </a:xfrm>
          <a:prstGeom prst="rect">
            <a:avLst/>
          </a:prstGeom>
          <a:noFill/>
          <a:ln>
            <a:noFill/>
          </a:ln>
        </p:spPr>
        <p:txBody>
          <a:bodyPr spcFirstLastPara="1" wrap="square" lIns="91425" tIns="45700" rIns="91425" bIns="45700" anchor="t" anchorCtr="0">
            <a:noAutofit/>
          </a:bodyPr>
          <a:lstStyle/>
          <a:p>
            <a:pPr marL="457200" lvl="0" indent="-419100" algn="l" rtl="0">
              <a:lnSpc>
                <a:spcPct val="98181"/>
              </a:lnSpc>
              <a:spcBef>
                <a:spcPts val="1000"/>
              </a:spcBef>
              <a:spcAft>
                <a:spcPts val="0"/>
              </a:spcAft>
              <a:buSzPts val="3000"/>
              <a:buFont typeface="Book Antiqua"/>
              <a:buChar char="❑"/>
            </a:pPr>
            <a:r>
              <a:rPr lang="en-GB" sz="2400">
                <a:latin typeface="Book Antiqua"/>
                <a:ea typeface="Book Antiqua"/>
                <a:cs typeface="Book Antiqua"/>
                <a:sym typeface="Book Antiqua"/>
              </a:rPr>
              <a:t>Determining the k to select using training error and validation error for different values of k.</a:t>
            </a:r>
            <a:endParaRPr sz="2400">
              <a:latin typeface="Book Antiqua"/>
              <a:ea typeface="Book Antiqua"/>
              <a:cs typeface="Book Antiqua"/>
              <a:sym typeface="Book Antiqua"/>
            </a:endParaRPr>
          </a:p>
          <a:p>
            <a:pPr marL="457200" lvl="0" indent="-419100" algn="l" rtl="0">
              <a:lnSpc>
                <a:spcPct val="98181"/>
              </a:lnSpc>
              <a:spcBef>
                <a:spcPts val="0"/>
              </a:spcBef>
              <a:spcAft>
                <a:spcPts val="0"/>
              </a:spcAft>
              <a:buSzPts val="3000"/>
              <a:buFont typeface="Book Antiqua"/>
              <a:buChar char="❑"/>
            </a:pPr>
            <a:r>
              <a:rPr lang="en-GB" sz="2400">
                <a:latin typeface="Book Antiqua"/>
                <a:ea typeface="Book Antiqua"/>
                <a:cs typeface="Book Antiqua"/>
                <a:sym typeface="Book Antiqua"/>
              </a:rPr>
              <a:t>Validation error curve reaches a minima at a value of k = 9 (Elbow curve)</a:t>
            </a:r>
            <a:endParaRPr sz="2400">
              <a:latin typeface="Book Antiqua"/>
              <a:ea typeface="Book Antiqua"/>
              <a:cs typeface="Book Antiqua"/>
              <a:sym typeface="Book Antiqua"/>
            </a:endParaRPr>
          </a:p>
          <a:p>
            <a:pPr marL="0" lvl="0" indent="0" algn="l" rtl="0">
              <a:lnSpc>
                <a:spcPct val="98181"/>
              </a:lnSpc>
              <a:spcBef>
                <a:spcPts val="0"/>
              </a:spcBef>
              <a:spcAft>
                <a:spcPts val="0"/>
              </a:spcAft>
              <a:buNone/>
            </a:pPr>
            <a:endParaRPr sz="2400">
              <a:latin typeface="Book Antiqua"/>
              <a:ea typeface="Book Antiqua"/>
              <a:cs typeface="Book Antiqua"/>
              <a:sym typeface="Book Antiqua"/>
            </a:endParaRPr>
          </a:p>
          <a:p>
            <a:pPr marL="0" lvl="0" indent="0" algn="l" rtl="0">
              <a:lnSpc>
                <a:spcPct val="70000"/>
              </a:lnSpc>
              <a:spcBef>
                <a:spcPts val="1000"/>
              </a:spcBef>
              <a:spcAft>
                <a:spcPts val="0"/>
              </a:spcAft>
              <a:buSzPts val="1641"/>
              <a:buNone/>
            </a:pPr>
            <a:endParaRPr sz="2670">
              <a:latin typeface="Book Antiqua"/>
              <a:ea typeface="Book Antiqua"/>
              <a:cs typeface="Book Antiqua"/>
              <a:sym typeface="Book Antiqua"/>
            </a:endParaRPr>
          </a:p>
        </p:txBody>
      </p:sp>
      <p:pic>
        <p:nvPicPr>
          <p:cNvPr id="210" name="Google Shape;210;g308e2d8deb8_0_38"/>
          <p:cNvPicPr preferRelativeResize="0"/>
          <p:nvPr/>
        </p:nvPicPr>
        <p:blipFill>
          <a:blip r:embed="rId3">
            <a:alphaModFix/>
          </a:blip>
          <a:stretch>
            <a:fillRect/>
          </a:stretch>
        </p:blipFill>
        <p:spPr>
          <a:xfrm>
            <a:off x="618800" y="3194600"/>
            <a:ext cx="6014624" cy="2973675"/>
          </a:xfrm>
          <a:prstGeom prst="rect">
            <a:avLst/>
          </a:prstGeom>
          <a:noFill/>
          <a:ln>
            <a:noFill/>
          </a:ln>
        </p:spPr>
      </p:pic>
      <p:pic>
        <p:nvPicPr>
          <p:cNvPr id="211" name="Google Shape;211;g308e2d8deb8_0_38"/>
          <p:cNvPicPr preferRelativeResize="0"/>
          <p:nvPr/>
        </p:nvPicPr>
        <p:blipFill>
          <a:blip r:embed="rId4">
            <a:alphaModFix/>
          </a:blip>
          <a:stretch>
            <a:fillRect/>
          </a:stretch>
        </p:blipFill>
        <p:spPr>
          <a:xfrm>
            <a:off x="6728486" y="3194600"/>
            <a:ext cx="5328388" cy="263003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g308e2d8deb8_0_46"/>
          <p:cNvSpPr txBox="1">
            <a:spLocks noGrp="1"/>
          </p:cNvSpPr>
          <p:nvPr>
            <p:ph type="title"/>
          </p:nvPr>
        </p:nvSpPr>
        <p:spPr>
          <a:xfrm>
            <a:off x="838200" y="365126"/>
            <a:ext cx="10515600" cy="1143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GB"/>
              <a:t>Model evaluation metrics </a:t>
            </a:r>
            <a:endParaRPr/>
          </a:p>
        </p:txBody>
      </p:sp>
      <p:sp>
        <p:nvSpPr>
          <p:cNvPr id="218" name="Google Shape;218;g308e2d8deb8_0_46"/>
          <p:cNvSpPr txBox="1">
            <a:spLocks noGrp="1"/>
          </p:cNvSpPr>
          <p:nvPr>
            <p:ph type="body" idx="1"/>
          </p:nvPr>
        </p:nvSpPr>
        <p:spPr>
          <a:xfrm>
            <a:off x="838200" y="1687525"/>
            <a:ext cx="11133000" cy="4488600"/>
          </a:xfrm>
          <a:prstGeom prst="rect">
            <a:avLst/>
          </a:prstGeom>
          <a:noFill/>
          <a:ln>
            <a:noFill/>
          </a:ln>
        </p:spPr>
        <p:txBody>
          <a:bodyPr spcFirstLastPara="1" wrap="square" lIns="91425" tIns="45700" rIns="91425" bIns="45700" anchor="t" anchorCtr="0">
            <a:noAutofit/>
          </a:bodyPr>
          <a:lstStyle/>
          <a:p>
            <a:pPr marL="457200" lvl="0" indent="-406400" algn="l" rtl="0">
              <a:lnSpc>
                <a:spcPct val="98181"/>
              </a:lnSpc>
              <a:spcBef>
                <a:spcPts val="1000"/>
              </a:spcBef>
              <a:spcAft>
                <a:spcPts val="0"/>
              </a:spcAft>
              <a:buSzPts val="2800"/>
              <a:buFont typeface="Book Antiqua"/>
              <a:buChar char="❑"/>
            </a:pPr>
            <a:r>
              <a:rPr lang="en-GB" sz="2200">
                <a:latin typeface="Book Antiqua"/>
                <a:ea typeface="Book Antiqua"/>
                <a:cs typeface="Book Antiqua"/>
                <a:sym typeface="Book Antiqua"/>
              </a:rPr>
              <a:t>Inertia: Tells how far apart the points within a cluster are (intra-cluster distance). Helps in determining the number of K</a:t>
            </a:r>
            <a:endParaRPr sz="2200">
              <a:latin typeface="Book Antiqua"/>
              <a:ea typeface="Book Antiqua"/>
              <a:cs typeface="Book Antiqua"/>
              <a:sym typeface="Book Antiqua"/>
            </a:endParaRPr>
          </a:p>
          <a:p>
            <a:pPr marL="457200" lvl="0" indent="-368300" algn="l" rtl="0">
              <a:lnSpc>
                <a:spcPct val="98181"/>
              </a:lnSpc>
              <a:spcBef>
                <a:spcPts val="1000"/>
              </a:spcBef>
              <a:spcAft>
                <a:spcPts val="0"/>
              </a:spcAft>
              <a:buSzPts val="2200"/>
              <a:buFont typeface="Book Antiqua"/>
              <a:buChar char="❑"/>
            </a:pPr>
            <a:r>
              <a:rPr lang="en-GB" sz="2200">
                <a:latin typeface="Book Antiqua"/>
                <a:ea typeface="Book Antiqua"/>
                <a:cs typeface="Book Antiqua"/>
                <a:sym typeface="Book Antiqua"/>
              </a:rPr>
              <a:t>Hence the smaller the inertia, the better the clustering model</a:t>
            </a:r>
            <a:endParaRPr sz="2200">
              <a:latin typeface="Book Antiqua"/>
              <a:ea typeface="Book Antiqua"/>
              <a:cs typeface="Book Antiqua"/>
              <a:sym typeface="Book Antiqua"/>
            </a:endParaRPr>
          </a:p>
          <a:p>
            <a:pPr marL="457200" lvl="0" indent="-406400" algn="l" rtl="0">
              <a:lnSpc>
                <a:spcPct val="98181"/>
              </a:lnSpc>
              <a:spcBef>
                <a:spcPts val="0"/>
              </a:spcBef>
              <a:spcAft>
                <a:spcPts val="0"/>
              </a:spcAft>
              <a:buSzPts val="2800"/>
              <a:buFont typeface="Book Antiqua"/>
              <a:buChar char="❑"/>
            </a:pPr>
            <a:r>
              <a:rPr lang="en-GB" sz="2200">
                <a:latin typeface="Book Antiqua"/>
                <a:ea typeface="Book Antiqua"/>
                <a:cs typeface="Book Antiqua"/>
                <a:sym typeface="Book Antiqua"/>
              </a:rPr>
              <a:t>Dunn index: Focuses on the inter-cluster distance (distance between two clusters). A good model should have a big Dunn index.</a:t>
            </a:r>
            <a:endParaRPr sz="2200">
              <a:latin typeface="Book Antiqua"/>
              <a:ea typeface="Book Antiqua"/>
              <a:cs typeface="Book Antiqua"/>
              <a:sym typeface="Book Antiqua"/>
            </a:endParaRPr>
          </a:p>
          <a:p>
            <a:pPr marL="457200" lvl="0" indent="-368300" algn="l" rtl="0">
              <a:lnSpc>
                <a:spcPct val="98181"/>
              </a:lnSpc>
              <a:spcBef>
                <a:spcPts val="0"/>
              </a:spcBef>
              <a:spcAft>
                <a:spcPts val="0"/>
              </a:spcAft>
              <a:buSzPts val="2200"/>
              <a:buFont typeface="Book Antiqua"/>
              <a:buChar char="❑"/>
            </a:pPr>
            <a:r>
              <a:rPr lang="en-GB" sz="2200">
                <a:latin typeface="Book Antiqua"/>
                <a:ea typeface="Book Antiqua"/>
                <a:cs typeface="Book Antiqua"/>
                <a:sym typeface="Book Antiqua"/>
              </a:rPr>
              <a:t>Silhouette score: </a:t>
            </a:r>
            <a:r>
              <a:rPr lang="en-GB" sz="2200">
                <a:solidFill>
                  <a:srgbClr val="383838"/>
                </a:solidFill>
                <a:highlight>
                  <a:srgbClr val="FFFFFF"/>
                </a:highlight>
                <a:latin typeface="Book Antiqua"/>
                <a:ea typeface="Book Antiqua"/>
                <a:cs typeface="Book Antiqua"/>
                <a:sym typeface="Book Antiqua"/>
              </a:rPr>
              <a:t>measures the similarity of each point to its own cluster compared to other clusters and helps in determining number of K. (High score indicates a strong model, a score close to zero, indicates overlapping clusters</a:t>
            </a:r>
            <a:endParaRPr sz="2200">
              <a:latin typeface="Book Antiqua"/>
              <a:ea typeface="Book Antiqua"/>
              <a:cs typeface="Book Antiqua"/>
              <a:sym typeface="Book Antiqua"/>
            </a:endParaRPr>
          </a:p>
          <a:p>
            <a:pPr marL="0" lvl="0" indent="0" algn="l" rtl="0">
              <a:lnSpc>
                <a:spcPct val="98181"/>
              </a:lnSpc>
              <a:spcBef>
                <a:spcPts val="1000"/>
              </a:spcBef>
              <a:spcAft>
                <a:spcPts val="0"/>
              </a:spcAft>
              <a:buSzPts val="1800"/>
              <a:buNone/>
            </a:pPr>
            <a:endParaRPr sz="3000">
              <a:latin typeface="Book Antiqua"/>
              <a:ea typeface="Book Antiqua"/>
              <a:cs typeface="Book Antiqua"/>
              <a:sym typeface="Book Antiqua"/>
            </a:endParaRPr>
          </a:p>
          <a:p>
            <a:pPr marL="0" lvl="0" indent="0" algn="l" rtl="0">
              <a:lnSpc>
                <a:spcPct val="70000"/>
              </a:lnSpc>
              <a:spcBef>
                <a:spcPts val="1000"/>
              </a:spcBef>
              <a:spcAft>
                <a:spcPts val="0"/>
              </a:spcAft>
              <a:buSzPts val="1641"/>
              <a:buNone/>
            </a:pPr>
            <a:endParaRPr sz="2670">
              <a:latin typeface="Book Antiqua"/>
              <a:ea typeface="Book Antiqua"/>
              <a:cs typeface="Book Antiqua"/>
              <a:sym typeface="Book Antiqua"/>
            </a:endParaRPr>
          </a:p>
        </p:txBody>
      </p:sp>
      <p:pic>
        <p:nvPicPr>
          <p:cNvPr id="219" name="Google Shape;219;g308e2d8deb8_0_46"/>
          <p:cNvPicPr preferRelativeResize="0"/>
          <p:nvPr/>
        </p:nvPicPr>
        <p:blipFill>
          <a:blip r:embed="rId3">
            <a:alphaModFix/>
          </a:blip>
          <a:stretch>
            <a:fillRect/>
          </a:stretch>
        </p:blipFill>
        <p:spPr>
          <a:xfrm>
            <a:off x="3352800" y="4880725"/>
            <a:ext cx="5715000" cy="14478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g308e2d8deb8_0_55"/>
          <p:cNvSpPr txBox="1">
            <a:spLocks noGrp="1"/>
          </p:cNvSpPr>
          <p:nvPr>
            <p:ph type="title"/>
          </p:nvPr>
        </p:nvSpPr>
        <p:spPr>
          <a:xfrm>
            <a:off x="838200" y="365126"/>
            <a:ext cx="10515600" cy="1143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GB"/>
              <a:t>Hierarchical clustering </a:t>
            </a:r>
            <a:endParaRPr/>
          </a:p>
        </p:txBody>
      </p:sp>
      <p:sp>
        <p:nvSpPr>
          <p:cNvPr id="226" name="Google Shape;226;g308e2d8deb8_0_55"/>
          <p:cNvSpPr txBox="1">
            <a:spLocks noGrp="1"/>
          </p:cNvSpPr>
          <p:nvPr>
            <p:ph type="body" idx="1"/>
          </p:nvPr>
        </p:nvSpPr>
        <p:spPr>
          <a:xfrm>
            <a:off x="838200" y="1687525"/>
            <a:ext cx="11133000" cy="1059600"/>
          </a:xfrm>
          <a:prstGeom prst="rect">
            <a:avLst/>
          </a:prstGeom>
          <a:noFill/>
          <a:ln>
            <a:noFill/>
          </a:ln>
        </p:spPr>
        <p:txBody>
          <a:bodyPr spcFirstLastPara="1" wrap="square" lIns="91425" tIns="45700" rIns="91425" bIns="45700" anchor="t" anchorCtr="0">
            <a:noAutofit/>
          </a:bodyPr>
          <a:lstStyle/>
          <a:p>
            <a:pPr marL="457200" lvl="0" indent="-419100" algn="l" rtl="0">
              <a:lnSpc>
                <a:spcPct val="115000"/>
              </a:lnSpc>
              <a:spcBef>
                <a:spcPts val="0"/>
              </a:spcBef>
              <a:spcAft>
                <a:spcPts val="0"/>
              </a:spcAft>
              <a:buSzPts val="3000"/>
              <a:buFont typeface="Book Antiqua"/>
              <a:buChar char="❑"/>
            </a:pPr>
            <a:r>
              <a:rPr lang="en-GB" sz="2400">
                <a:solidFill>
                  <a:srgbClr val="3A343A"/>
                </a:solidFill>
                <a:latin typeface="Book Antiqua"/>
                <a:ea typeface="Book Antiqua"/>
                <a:cs typeface="Book Antiqua"/>
                <a:sym typeface="Book Antiqua"/>
              </a:rPr>
              <a:t>Hierarchical clustering creates a hierarchy of clusters, either by merging smaller clusters into larger ones (agglomerative) or by splitting larger clusters into smaller ones (divisive).</a:t>
            </a:r>
            <a:endParaRPr sz="2400">
              <a:solidFill>
                <a:srgbClr val="3A343A"/>
              </a:solidFill>
              <a:latin typeface="Book Antiqua"/>
              <a:ea typeface="Book Antiqua"/>
              <a:cs typeface="Book Antiqua"/>
              <a:sym typeface="Book Antiqua"/>
            </a:endParaRPr>
          </a:p>
          <a:p>
            <a:pPr marL="457200" lvl="0" indent="-381000" algn="l" rtl="0">
              <a:lnSpc>
                <a:spcPct val="98181"/>
              </a:lnSpc>
              <a:spcBef>
                <a:spcPts val="0"/>
              </a:spcBef>
              <a:spcAft>
                <a:spcPts val="0"/>
              </a:spcAft>
              <a:buSzPts val="2400"/>
              <a:buFont typeface="Book Antiqua"/>
              <a:buChar char="❑"/>
            </a:pPr>
            <a:r>
              <a:rPr lang="en-GB" sz="2400">
                <a:solidFill>
                  <a:srgbClr val="3A343A"/>
                </a:solidFill>
                <a:latin typeface="Book Antiqua"/>
                <a:ea typeface="Book Antiqua"/>
                <a:cs typeface="Book Antiqua"/>
                <a:sym typeface="Book Antiqua"/>
              </a:rPr>
              <a:t> </a:t>
            </a:r>
            <a:r>
              <a:rPr lang="en-GB" sz="2400" b="1">
                <a:solidFill>
                  <a:srgbClr val="3A343A"/>
                </a:solidFill>
                <a:latin typeface="Book Antiqua"/>
                <a:ea typeface="Book Antiqua"/>
                <a:cs typeface="Book Antiqua"/>
                <a:sym typeface="Book Antiqua"/>
              </a:rPr>
              <a:t>T</a:t>
            </a:r>
            <a:r>
              <a:rPr lang="en-GB" sz="2400" b="1">
                <a:latin typeface="Book Antiqua"/>
                <a:ea typeface="Book Antiqua"/>
                <a:cs typeface="Book Antiqua"/>
                <a:sym typeface="Book Antiqua"/>
              </a:rPr>
              <a:t>ypes of Hierarchical Clustering:</a:t>
            </a:r>
            <a:endParaRPr sz="2400" b="1">
              <a:latin typeface="Book Antiqua"/>
              <a:ea typeface="Book Antiqua"/>
              <a:cs typeface="Book Antiqua"/>
              <a:sym typeface="Book Antiqua"/>
            </a:endParaRPr>
          </a:p>
          <a:p>
            <a:pPr marL="457200" lvl="0" indent="-381000" algn="l" rtl="0">
              <a:lnSpc>
                <a:spcPct val="115000"/>
              </a:lnSpc>
              <a:spcBef>
                <a:spcPts val="0"/>
              </a:spcBef>
              <a:spcAft>
                <a:spcPts val="0"/>
              </a:spcAft>
              <a:buClr>
                <a:schemeClr val="dk1"/>
              </a:buClr>
              <a:buSzPts val="2400"/>
              <a:buFont typeface="Book Antiqua"/>
              <a:buChar char="●"/>
            </a:pPr>
            <a:r>
              <a:rPr lang="en-GB" sz="2400" b="1">
                <a:latin typeface="Book Antiqua"/>
                <a:ea typeface="Book Antiqua"/>
                <a:cs typeface="Book Antiqua"/>
                <a:sym typeface="Book Antiqua"/>
              </a:rPr>
              <a:t>Agglomerative Hierarchical Clustering:</a:t>
            </a:r>
            <a:endParaRPr sz="2400" b="1">
              <a:latin typeface="Book Antiqua"/>
              <a:ea typeface="Book Antiqua"/>
              <a:cs typeface="Book Antiqua"/>
              <a:sym typeface="Book Antiqua"/>
            </a:endParaRPr>
          </a:p>
          <a:p>
            <a:pPr marL="914400" lvl="1" indent="-381000" algn="l" rtl="0">
              <a:lnSpc>
                <a:spcPct val="115000"/>
              </a:lnSpc>
              <a:spcBef>
                <a:spcPts val="0"/>
              </a:spcBef>
              <a:spcAft>
                <a:spcPts val="0"/>
              </a:spcAft>
              <a:buClr>
                <a:schemeClr val="dk1"/>
              </a:buClr>
              <a:buSzPts val="2400"/>
              <a:buFont typeface="Book Antiqua"/>
              <a:buChar char="○"/>
            </a:pPr>
            <a:r>
              <a:rPr lang="en-GB">
                <a:latin typeface="Book Antiqua"/>
                <a:ea typeface="Book Antiqua"/>
                <a:cs typeface="Book Antiqua"/>
                <a:sym typeface="Book Antiqua"/>
              </a:rPr>
              <a:t>Starts with each data point as a single cluster.</a:t>
            </a:r>
            <a:endParaRPr>
              <a:latin typeface="Book Antiqua"/>
              <a:ea typeface="Book Antiqua"/>
              <a:cs typeface="Book Antiqua"/>
              <a:sym typeface="Book Antiqua"/>
            </a:endParaRPr>
          </a:p>
          <a:p>
            <a:pPr marL="914400" lvl="1" indent="-381000" algn="l" rtl="0">
              <a:lnSpc>
                <a:spcPct val="115000"/>
              </a:lnSpc>
              <a:spcBef>
                <a:spcPts val="0"/>
              </a:spcBef>
              <a:spcAft>
                <a:spcPts val="0"/>
              </a:spcAft>
              <a:buClr>
                <a:schemeClr val="dk1"/>
              </a:buClr>
              <a:buSzPts val="2400"/>
              <a:buFont typeface="Book Antiqua"/>
              <a:buChar char="○"/>
            </a:pPr>
            <a:r>
              <a:rPr lang="en-GB">
                <a:latin typeface="Book Antiqua"/>
                <a:ea typeface="Book Antiqua"/>
                <a:cs typeface="Book Antiqua"/>
                <a:sym typeface="Book Antiqua"/>
              </a:rPr>
              <a:t>At each step, merges the two closest clusters based on a distance metric (e.g., single-link, complete-link, average-link).</a:t>
            </a:r>
            <a:endParaRPr>
              <a:latin typeface="Book Antiqua"/>
              <a:ea typeface="Book Antiqua"/>
              <a:cs typeface="Book Antiqua"/>
              <a:sym typeface="Book Antiqua"/>
            </a:endParaRPr>
          </a:p>
          <a:p>
            <a:pPr marL="914400" lvl="1" indent="-381000" algn="l" rtl="0">
              <a:lnSpc>
                <a:spcPct val="115000"/>
              </a:lnSpc>
              <a:spcBef>
                <a:spcPts val="0"/>
              </a:spcBef>
              <a:spcAft>
                <a:spcPts val="0"/>
              </a:spcAft>
              <a:buClr>
                <a:schemeClr val="dk1"/>
              </a:buClr>
              <a:buSzPts val="2400"/>
              <a:buFont typeface="Book Antiqua"/>
              <a:buChar char="○"/>
            </a:pPr>
            <a:r>
              <a:rPr lang="en-GB">
                <a:latin typeface="Book Antiqua"/>
                <a:ea typeface="Book Antiqua"/>
                <a:cs typeface="Book Antiqua"/>
                <a:sym typeface="Book Antiqua"/>
              </a:rPr>
              <a:t>Continues merging until all points belong to a single cluster.</a:t>
            </a:r>
            <a:endParaRPr>
              <a:latin typeface="Book Antiqua"/>
              <a:ea typeface="Book Antiqua"/>
              <a:cs typeface="Book Antiqua"/>
              <a:sym typeface="Book Antiqua"/>
            </a:endParaRPr>
          </a:p>
          <a:p>
            <a:pPr marL="457200" lvl="0" indent="-381000" algn="l" rtl="0">
              <a:lnSpc>
                <a:spcPct val="98181"/>
              </a:lnSpc>
              <a:spcBef>
                <a:spcPts val="0"/>
              </a:spcBef>
              <a:spcAft>
                <a:spcPts val="0"/>
              </a:spcAft>
              <a:buClr>
                <a:srgbClr val="3A343A"/>
              </a:buClr>
              <a:buSzPts val="2400"/>
              <a:buFont typeface="Book Antiqua"/>
              <a:buChar char="❑"/>
            </a:pPr>
            <a:endParaRPr sz="2400">
              <a:solidFill>
                <a:srgbClr val="3A343A"/>
              </a:solidFill>
              <a:latin typeface="Book Antiqua"/>
              <a:ea typeface="Book Antiqua"/>
              <a:cs typeface="Book Antiqua"/>
              <a:sym typeface="Book Antiqua"/>
            </a:endParaRPr>
          </a:p>
          <a:p>
            <a:pPr marL="457200" lvl="0" indent="0" algn="l" rtl="0">
              <a:lnSpc>
                <a:spcPct val="98181"/>
              </a:lnSpc>
              <a:spcBef>
                <a:spcPts val="1000"/>
              </a:spcBef>
              <a:spcAft>
                <a:spcPts val="0"/>
              </a:spcAft>
              <a:buSzPts val="1800"/>
              <a:buNone/>
            </a:pPr>
            <a:endParaRPr sz="2400">
              <a:latin typeface="Book Antiqua"/>
              <a:ea typeface="Book Antiqua"/>
              <a:cs typeface="Book Antiqua"/>
              <a:sym typeface="Book Antiqua"/>
            </a:endParaRPr>
          </a:p>
          <a:p>
            <a:pPr marL="0" lvl="0" indent="0" algn="l" rtl="0">
              <a:lnSpc>
                <a:spcPct val="98181"/>
              </a:lnSpc>
              <a:spcBef>
                <a:spcPts val="1000"/>
              </a:spcBef>
              <a:spcAft>
                <a:spcPts val="0"/>
              </a:spcAft>
              <a:buSzPts val="1800"/>
              <a:buNone/>
            </a:pPr>
            <a:endParaRPr sz="3000">
              <a:latin typeface="Book Antiqua"/>
              <a:ea typeface="Book Antiqua"/>
              <a:cs typeface="Book Antiqua"/>
              <a:sym typeface="Book Antiqua"/>
            </a:endParaRPr>
          </a:p>
          <a:p>
            <a:pPr marL="0" lvl="0" indent="0" algn="l" rtl="0">
              <a:lnSpc>
                <a:spcPct val="70000"/>
              </a:lnSpc>
              <a:spcBef>
                <a:spcPts val="1000"/>
              </a:spcBef>
              <a:spcAft>
                <a:spcPts val="0"/>
              </a:spcAft>
              <a:buSzPts val="1641"/>
              <a:buNone/>
            </a:pPr>
            <a:endParaRPr sz="2670">
              <a:latin typeface="Book Antiqua"/>
              <a:ea typeface="Book Antiqua"/>
              <a:cs typeface="Book Antiqua"/>
              <a:sym typeface="Book Antiqua"/>
            </a:endParaRPr>
          </a:p>
        </p:txBody>
      </p:sp>
      <p:pic>
        <p:nvPicPr>
          <p:cNvPr id="227" name="Google Shape;227;g308e2d8deb8_0_55"/>
          <p:cNvPicPr preferRelativeResize="0"/>
          <p:nvPr/>
        </p:nvPicPr>
        <p:blipFill rotWithShape="1">
          <a:blip r:embed="rId3">
            <a:alphaModFix/>
          </a:blip>
          <a:srcRect/>
          <a:stretch/>
        </p:blipFill>
        <p:spPr>
          <a:xfrm>
            <a:off x="10286650" y="6026975"/>
            <a:ext cx="1790700" cy="2381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g308e2d8deb8_0_65"/>
          <p:cNvSpPr txBox="1">
            <a:spLocks noGrp="1"/>
          </p:cNvSpPr>
          <p:nvPr>
            <p:ph type="title"/>
          </p:nvPr>
        </p:nvSpPr>
        <p:spPr>
          <a:xfrm>
            <a:off x="838200" y="365126"/>
            <a:ext cx="10515600" cy="1143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GB"/>
              <a:t>Hierarchical clustering </a:t>
            </a:r>
            <a:endParaRPr/>
          </a:p>
        </p:txBody>
      </p:sp>
      <p:sp>
        <p:nvSpPr>
          <p:cNvPr id="234" name="Google Shape;234;g308e2d8deb8_0_65"/>
          <p:cNvSpPr txBox="1">
            <a:spLocks noGrp="1"/>
          </p:cNvSpPr>
          <p:nvPr>
            <p:ph type="body" idx="1"/>
          </p:nvPr>
        </p:nvSpPr>
        <p:spPr>
          <a:xfrm>
            <a:off x="838200" y="1687525"/>
            <a:ext cx="11133000" cy="32013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None/>
            </a:pPr>
            <a:r>
              <a:rPr lang="en-GB" sz="2600" b="1">
                <a:latin typeface="Book Antiqua"/>
                <a:ea typeface="Book Antiqua"/>
                <a:cs typeface="Book Antiqua"/>
                <a:sym typeface="Book Antiqua"/>
              </a:rPr>
              <a:t>Divisive Hierarchical Clustering:</a:t>
            </a:r>
            <a:endParaRPr sz="2600" b="1">
              <a:latin typeface="Book Antiqua"/>
              <a:ea typeface="Book Antiqua"/>
              <a:cs typeface="Book Antiqua"/>
              <a:sym typeface="Book Antiqua"/>
            </a:endParaRPr>
          </a:p>
          <a:p>
            <a:pPr marL="457200" lvl="0" indent="-393700" algn="l" rtl="0">
              <a:lnSpc>
                <a:spcPct val="115000"/>
              </a:lnSpc>
              <a:spcBef>
                <a:spcPts val="1200"/>
              </a:spcBef>
              <a:spcAft>
                <a:spcPts val="0"/>
              </a:spcAft>
              <a:buClr>
                <a:schemeClr val="dk1"/>
              </a:buClr>
              <a:buSzPts val="2600"/>
              <a:buFont typeface="Book Antiqua"/>
              <a:buChar char="●"/>
            </a:pPr>
            <a:r>
              <a:rPr lang="en-GB" sz="2600">
                <a:latin typeface="Book Antiqua"/>
                <a:ea typeface="Book Antiqua"/>
                <a:cs typeface="Book Antiqua"/>
                <a:sym typeface="Book Antiqua"/>
              </a:rPr>
              <a:t>Starts with all data points in a single cluster.</a:t>
            </a:r>
            <a:endParaRPr sz="2600">
              <a:latin typeface="Book Antiqua"/>
              <a:ea typeface="Book Antiqua"/>
              <a:cs typeface="Book Antiqua"/>
              <a:sym typeface="Book Antiqua"/>
            </a:endParaRPr>
          </a:p>
          <a:p>
            <a:pPr marL="457200" lvl="0" indent="-393700" algn="l" rtl="0">
              <a:lnSpc>
                <a:spcPct val="115000"/>
              </a:lnSpc>
              <a:spcBef>
                <a:spcPts val="0"/>
              </a:spcBef>
              <a:spcAft>
                <a:spcPts val="0"/>
              </a:spcAft>
              <a:buClr>
                <a:schemeClr val="dk1"/>
              </a:buClr>
              <a:buSzPts val="2600"/>
              <a:buFont typeface="Book Antiqua"/>
              <a:buChar char="●"/>
            </a:pPr>
            <a:r>
              <a:rPr lang="en-GB" sz="2600">
                <a:latin typeface="Book Antiqua"/>
                <a:ea typeface="Book Antiqua"/>
                <a:cs typeface="Book Antiqua"/>
                <a:sym typeface="Book Antiqua"/>
              </a:rPr>
              <a:t>At each step, splits the cluster with the highest dissimilarity into two clusters.   </a:t>
            </a:r>
            <a:endParaRPr sz="2600">
              <a:latin typeface="Book Antiqua"/>
              <a:ea typeface="Book Antiqua"/>
              <a:cs typeface="Book Antiqua"/>
              <a:sym typeface="Book Antiqua"/>
            </a:endParaRPr>
          </a:p>
          <a:p>
            <a:pPr marL="457200" lvl="0" indent="-393700" algn="l" rtl="0">
              <a:lnSpc>
                <a:spcPct val="115000"/>
              </a:lnSpc>
              <a:spcBef>
                <a:spcPts val="0"/>
              </a:spcBef>
              <a:spcAft>
                <a:spcPts val="0"/>
              </a:spcAft>
              <a:buClr>
                <a:schemeClr val="dk1"/>
              </a:buClr>
              <a:buSzPts val="2600"/>
              <a:buFont typeface="Book Antiqua"/>
              <a:buChar char="●"/>
            </a:pPr>
            <a:r>
              <a:rPr lang="en-GB" sz="2600">
                <a:latin typeface="Book Antiqua"/>
                <a:ea typeface="Book Antiqua"/>
                <a:cs typeface="Book Antiqua"/>
                <a:sym typeface="Book Antiqua"/>
              </a:rPr>
              <a:t>Continues splitting until each cluster contains a single data point.</a:t>
            </a:r>
            <a:endParaRPr sz="2600">
              <a:latin typeface="Book Antiqua"/>
              <a:ea typeface="Book Antiqua"/>
              <a:cs typeface="Book Antiqua"/>
              <a:sym typeface="Book Antiqua"/>
            </a:endParaRPr>
          </a:p>
          <a:p>
            <a:pPr marL="457200" lvl="0" indent="0" algn="l" rtl="0">
              <a:lnSpc>
                <a:spcPct val="98181"/>
              </a:lnSpc>
              <a:spcBef>
                <a:spcPts val="1200"/>
              </a:spcBef>
              <a:spcAft>
                <a:spcPts val="0"/>
              </a:spcAft>
              <a:buNone/>
            </a:pPr>
            <a:endParaRPr sz="2400">
              <a:latin typeface="Book Antiqua"/>
              <a:ea typeface="Book Antiqua"/>
              <a:cs typeface="Book Antiqua"/>
              <a:sym typeface="Book Antiqua"/>
            </a:endParaRPr>
          </a:p>
          <a:p>
            <a:pPr marL="457200" lvl="0" indent="0" algn="l" rtl="0">
              <a:lnSpc>
                <a:spcPct val="98181"/>
              </a:lnSpc>
              <a:spcBef>
                <a:spcPts val="1000"/>
              </a:spcBef>
              <a:spcAft>
                <a:spcPts val="0"/>
              </a:spcAft>
              <a:buSzPts val="1800"/>
              <a:buNone/>
            </a:pPr>
            <a:endParaRPr sz="2400">
              <a:latin typeface="Book Antiqua"/>
              <a:ea typeface="Book Antiqua"/>
              <a:cs typeface="Book Antiqua"/>
              <a:sym typeface="Book Antiqua"/>
            </a:endParaRPr>
          </a:p>
          <a:p>
            <a:pPr marL="0" lvl="0" indent="0" algn="l" rtl="0">
              <a:lnSpc>
                <a:spcPct val="98181"/>
              </a:lnSpc>
              <a:spcBef>
                <a:spcPts val="1000"/>
              </a:spcBef>
              <a:spcAft>
                <a:spcPts val="0"/>
              </a:spcAft>
              <a:buSzPts val="1800"/>
              <a:buNone/>
            </a:pPr>
            <a:endParaRPr sz="3000">
              <a:latin typeface="Book Antiqua"/>
              <a:ea typeface="Book Antiqua"/>
              <a:cs typeface="Book Antiqua"/>
              <a:sym typeface="Book Antiqua"/>
            </a:endParaRPr>
          </a:p>
          <a:p>
            <a:pPr marL="0" lvl="0" indent="0" algn="l" rtl="0">
              <a:lnSpc>
                <a:spcPct val="70000"/>
              </a:lnSpc>
              <a:spcBef>
                <a:spcPts val="1000"/>
              </a:spcBef>
              <a:spcAft>
                <a:spcPts val="0"/>
              </a:spcAft>
              <a:buSzPts val="1641"/>
              <a:buNone/>
            </a:pPr>
            <a:endParaRPr sz="2670">
              <a:latin typeface="Book Antiqua"/>
              <a:ea typeface="Book Antiqua"/>
              <a:cs typeface="Book Antiqua"/>
              <a:sym typeface="Book Antiqu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g2d508f211d5_0_37"/>
          <p:cNvSpPr txBox="1">
            <a:spLocks noGrp="1"/>
          </p:cNvSpPr>
          <p:nvPr>
            <p:ph type="title"/>
          </p:nvPr>
        </p:nvSpPr>
        <p:spPr>
          <a:xfrm>
            <a:off x="838200" y="365126"/>
            <a:ext cx="10515600" cy="1143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GB"/>
              <a:t>Hierarchical clustering example </a:t>
            </a:r>
            <a:endParaRPr/>
          </a:p>
        </p:txBody>
      </p:sp>
      <p:sp>
        <p:nvSpPr>
          <p:cNvPr id="241" name="Google Shape;241;g2d508f211d5_0_37"/>
          <p:cNvSpPr txBox="1">
            <a:spLocks noGrp="1"/>
          </p:cNvSpPr>
          <p:nvPr>
            <p:ph type="body" idx="1"/>
          </p:nvPr>
        </p:nvSpPr>
        <p:spPr>
          <a:xfrm>
            <a:off x="552775" y="1687525"/>
            <a:ext cx="11418300" cy="32013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None/>
            </a:pPr>
            <a:r>
              <a:rPr lang="en-GB" sz="2600" b="1">
                <a:latin typeface="Book Antiqua"/>
                <a:ea typeface="Book Antiqua"/>
                <a:cs typeface="Book Antiqua"/>
                <a:sym typeface="Book Antiqua"/>
              </a:rPr>
              <a:t>Using Mall_Customers Dataset:</a:t>
            </a:r>
            <a:endParaRPr sz="2600" b="1">
              <a:latin typeface="Book Antiqua"/>
              <a:ea typeface="Book Antiqua"/>
              <a:cs typeface="Book Antiqua"/>
              <a:sym typeface="Book Antiqua"/>
            </a:endParaRPr>
          </a:p>
          <a:p>
            <a:pPr marL="457200" lvl="0" indent="-381000" algn="l" rtl="0">
              <a:lnSpc>
                <a:spcPct val="150000"/>
              </a:lnSpc>
              <a:spcBef>
                <a:spcPts val="1200"/>
              </a:spcBef>
              <a:spcAft>
                <a:spcPts val="0"/>
              </a:spcAft>
              <a:buClr>
                <a:schemeClr val="dk1"/>
              </a:buClr>
              <a:buSzPts val="2400"/>
              <a:buFont typeface="Book Antiqua"/>
              <a:buChar char="●"/>
            </a:pPr>
            <a:r>
              <a:rPr lang="en-GB" sz="2400">
                <a:latin typeface="Book Antiqua"/>
                <a:ea typeface="Book Antiqua"/>
                <a:cs typeface="Book Antiqua"/>
                <a:sym typeface="Book Antiqua"/>
              </a:rPr>
              <a:t>Segment the customers based on the spending_score (how much they spend in a store).</a:t>
            </a:r>
            <a:endParaRPr sz="2400">
              <a:latin typeface="Book Antiqua"/>
              <a:ea typeface="Book Antiqua"/>
              <a:cs typeface="Book Antiqua"/>
              <a:sym typeface="Book Antiqua"/>
            </a:endParaRPr>
          </a:p>
          <a:p>
            <a:pPr marL="457200" lvl="0" indent="-381000" algn="l" rtl="0">
              <a:lnSpc>
                <a:spcPct val="150000"/>
              </a:lnSpc>
              <a:spcBef>
                <a:spcPts val="0"/>
              </a:spcBef>
              <a:spcAft>
                <a:spcPts val="0"/>
              </a:spcAft>
              <a:buClr>
                <a:schemeClr val="dk1"/>
              </a:buClr>
              <a:buSzPts val="2400"/>
              <a:buFont typeface="Book Antiqua"/>
              <a:buChar char="●"/>
            </a:pPr>
            <a:r>
              <a:rPr lang="en-GB" sz="2400">
                <a:latin typeface="Book Antiqua"/>
                <a:ea typeface="Book Antiqua"/>
                <a:cs typeface="Book Antiqua"/>
                <a:sym typeface="Book Antiqua"/>
              </a:rPr>
              <a:t>Use the other variables as the predictor features e.g. Annual Income.</a:t>
            </a:r>
            <a:endParaRPr sz="2400">
              <a:latin typeface="Book Antiqua"/>
              <a:ea typeface="Book Antiqua"/>
              <a:cs typeface="Book Antiqua"/>
              <a:sym typeface="Book Antiqua"/>
            </a:endParaRPr>
          </a:p>
          <a:p>
            <a:pPr marL="457200" lvl="0" indent="-381000" algn="l" rtl="0">
              <a:lnSpc>
                <a:spcPct val="150000"/>
              </a:lnSpc>
              <a:spcBef>
                <a:spcPts val="0"/>
              </a:spcBef>
              <a:spcAft>
                <a:spcPts val="0"/>
              </a:spcAft>
              <a:buClr>
                <a:schemeClr val="dk1"/>
              </a:buClr>
              <a:buSzPts val="2400"/>
              <a:buFont typeface="Book Antiqua"/>
              <a:buChar char="●"/>
            </a:pPr>
            <a:r>
              <a:rPr lang="en-GB" sz="2400">
                <a:latin typeface="Book Antiqua"/>
                <a:ea typeface="Book Antiqua"/>
                <a:cs typeface="Book Antiqua"/>
                <a:sym typeface="Book Antiqua"/>
              </a:rPr>
              <a:t>Since the target variable is numeric, we use an euclidean distance measure to generate clusters and a dendogram</a:t>
            </a:r>
            <a:endParaRPr sz="2400">
              <a:latin typeface="Book Antiqua"/>
              <a:ea typeface="Book Antiqua"/>
              <a:cs typeface="Book Antiqua"/>
              <a:sym typeface="Book Antiqua"/>
            </a:endParaRPr>
          </a:p>
          <a:p>
            <a:pPr marL="0" lvl="0" indent="0" algn="l" rtl="0">
              <a:lnSpc>
                <a:spcPct val="115000"/>
              </a:lnSpc>
              <a:spcBef>
                <a:spcPts val="1200"/>
              </a:spcBef>
              <a:spcAft>
                <a:spcPts val="0"/>
              </a:spcAft>
              <a:buNone/>
            </a:pPr>
            <a:endParaRPr sz="2600">
              <a:latin typeface="Book Antiqua"/>
              <a:ea typeface="Book Antiqua"/>
              <a:cs typeface="Book Antiqua"/>
              <a:sym typeface="Book Antiqua"/>
            </a:endParaRPr>
          </a:p>
          <a:p>
            <a:pPr marL="457200" lvl="0" indent="0" algn="l" rtl="0">
              <a:lnSpc>
                <a:spcPct val="98181"/>
              </a:lnSpc>
              <a:spcBef>
                <a:spcPts val="1200"/>
              </a:spcBef>
              <a:spcAft>
                <a:spcPts val="0"/>
              </a:spcAft>
              <a:buNone/>
            </a:pPr>
            <a:endParaRPr sz="2400">
              <a:latin typeface="Book Antiqua"/>
              <a:ea typeface="Book Antiqua"/>
              <a:cs typeface="Book Antiqua"/>
              <a:sym typeface="Book Antiqua"/>
            </a:endParaRPr>
          </a:p>
          <a:p>
            <a:pPr marL="457200" lvl="0" indent="0" algn="l" rtl="0">
              <a:lnSpc>
                <a:spcPct val="98181"/>
              </a:lnSpc>
              <a:spcBef>
                <a:spcPts val="1000"/>
              </a:spcBef>
              <a:spcAft>
                <a:spcPts val="0"/>
              </a:spcAft>
              <a:buSzPts val="1800"/>
              <a:buNone/>
            </a:pPr>
            <a:endParaRPr sz="2400">
              <a:latin typeface="Book Antiqua"/>
              <a:ea typeface="Book Antiqua"/>
              <a:cs typeface="Book Antiqua"/>
              <a:sym typeface="Book Antiqua"/>
            </a:endParaRPr>
          </a:p>
          <a:p>
            <a:pPr marL="0" lvl="0" indent="0" algn="l" rtl="0">
              <a:lnSpc>
                <a:spcPct val="98181"/>
              </a:lnSpc>
              <a:spcBef>
                <a:spcPts val="1000"/>
              </a:spcBef>
              <a:spcAft>
                <a:spcPts val="0"/>
              </a:spcAft>
              <a:buSzPts val="1800"/>
              <a:buNone/>
            </a:pPr>
            <a:endParaRPr sz="3000">
              <a:latin typeface="Book Antiqua"/>
              <a:ea typeface="Book Antiqua"/>
              <a:cs typeface="Book Antiqua"/>
              <a:sym typeface="Book Antiqua"/>
            </a:endParaRPr>
          </a:p>
          <a:p>
            <a:pPr marL="0" lvl="0" indent="0" algn="l" rtl="0">
              <a:lnSpc>
                <a:spcPct val="70000"/>
              </a:lnSpc>
              <a:spcBef>
                <a:spcPts val="1000"/>
              </a:spcBef>
              <a:spcAft>
                <a:spcPts val="0"/>
              </a:spcAft>
              <a:buSzPts val="1641"/>
              <a:buNone/>
            </a:pPr>
            <a:endParaRPr sz="2670">
              <a:latin typeface="Book Antiqua"/>
              <a:ea typeface="Book Antiqua"/>
              <a:cs typeface="Book Antiqua"/>
              <a:sym typeface="Book Antiqu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g2d508f211d5_0_28"/>
          <p:cNvSpPr txBox="1">
            <a:spLocks noGrp="1"/>
          </p:cNvSpPr>
          <p:nvPr>
            <p:ph type="title"/>
          </p:nvPr>
        </p:nvSpPr>
        <p:spPr>
          <a:xfrm>
            <a:off x="838200" y="365126"/>
            <a:ext cx="10515600" cy="1143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GB"/>
              <a:t>Hierarchical clustering example </a:t>
            </a:r>
            <a:endParaRPr/>
          </a:p>
        </p:txBody>
      </p:sp>
      <p:pic>
        <p:nvPicPr>
          <p:cNvPr id="248" name="Google Shape;248;g2d508f211d5_0_28"/>
          <p:cNvPicPr preferRelativeResize="0"/>
          <p:nvPr/>
        </p:nvPicPr>
        <p:blipFill>
          <a:blip r:embed="rId3">
            <a:alphaModFix/>
          </a:blip>
          <a:stretch>
            <a:fillRect/>
          </a:stretch>
        </p:blipFill>
        <p:spPr>
          <a:xfrm>
            <a:off x="601500" y="1850525"/>
            <a:ext cx="5945550" cy="4324350"/>
          </a:xfrm>
          <a:prstGeom prst="rect">
            <a:avLst/>
          </a:prstGeom>
          <a:noFill/>
          <a:ln>
            <a:noFill/>
          </a:ln>
        </p:spPr>
      </p:pic>
      <p:sp>
        <p:nvSpPr>
          <p:cNvPr id="249" name="Google Shape;249;g2d508f211d5_0_28"/>
          <p:cNvSpPr txBox="1">
            <a:spLocks noGrp="1"/>
          </p:cNvSpPr>
          <p:nvPr>
            <p:ph type="body" idx="1"/>
          </p:nvPr>
        </p:nvSpPr>
        <p:spPr>
          <a:xfrm>
            <a:off x="6650700" y="1687525"/>
            <a:ext cx="5320500" cy="32013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None/>
            </a:pPr>
            <a:r>
              <a:rPr lang="en-GB" sz="2600" b="1">
                <a:latin typeface="Book Antiqua"/>
                <a:ea typeface="Book Antiqua"/>
                <a:cs typeface="Book Antiqua"/>
                <a:sym typeface="Book Antiqua"/>
              </a:rPr>
              <a:t>Hierarchical Clustering:</a:t>
            </a:r>
            <a:endParaRPr sz="2600" b="1">
              <a:latin typeface="Book Antiqua"/>
              <a:ea typeface="Book Antiqua"/>
              <a:cs typeface="Book Antiqua"/>
              <a:sym typeface="Book Antiqua"/>
            </a:endParaRPr>
          </a:p>
          <a:p>
            <a:pPr marL="457200" lvl="0" indent="-381000" algn="l" rtl="0">
              <a:lnSpc>
                <a:spcPct val="150000"/>
              </a:lnSpc>
              <a:spcBef>
                <a:spcPts val="1200"/>
              </a:spcBef>
              <a:spcAft>
                <a:spcPts val="0"/>
              </a:spcAft>
              <a:buClr>
                <a:schemeClr val="dk1"/>
              </a:buClr>
              <a:buSzPts val="2400"/>
              <a:buFont typeface="Book Antiqua"/>
              <a:buChar char="●"/>
            </a:pPr>
            <a:r>
              <a:rPr lang="en-GB" sz="2400">
                <a:latin typeface="Book Antiqua"/>
                <a:ea typeface="Book Antiqua"/>
                <a:cs typeface="Book Antiqua"/>
                <a:sym typeface="Book Antiqua"/>
              </a:rPr>
              <a:t>Let’s count the vertical lines on the diagram and figure out how many clusters are best.</a:t>
            </a:r>
            <a:endParaRPr sz="2400">
              <a:latin typeface="Book Antiqua"/>
              <a:ea typeface="Book Antiqua"/>
              <a:cs typeface="Book Antiqua"/>
              <a:sym typeface="Book Antiqua"/>
            </a:endParaRPr>
          </a:p>
          <a:p>
            <a:pPr marL="457200" lvl="0" indent="-381000" algn="l" rtl="0">
              <a:lnSpc>
                <a:spcPct val="150000"/>
              </a:lnSpc>
              <a:spcBef>
                <a:spcPts val="0"/>
              </a:spcBef>
              <a:spcAft>
                <a:spcPts val="0"/>
              </a:spcAft>
              <a:buClr>
                <a:schemeClr val="dk1"/>
              </a:buClr>
              <a:buSzPts val="2400"/>
              <a:buFont typeface="Book Antiqua"/>
              <a:buChar char="●"/>
            </a:pPr>
            <a:r>
              <a:rPr lang="en-GB" sz="2400">
                <a:latin typeface="Book Antiqua"/>
                <a:ea typeface="Book Antiqua"/>
                <a:cs typeface="Book Antiqua"/>
                <a:sym typeface="Book Antiqua"/>
              </a:rPr>
              <a:t>There are 5 clusters (see vertical lines of each cluster)</a:t>
            </a:r>
            <a:endParaRPr sz="2400">
              <a:latin typeface="Book Antiqua"/>
              <a:ea typeface="Book Antiqua"/>
              <a:cs typeface="Book Antiqua"/>
              <a:sym typeface="Book Antiqua"/>
            </a:endParaRPr>
          </a:p>
          <a:p>
            <a:pPr marL="0" lvl="0" indent="0" algn="l" rtl="0">
              <a:lnSpc>
                <a:spcPct val="115000"/>
              </a:lnSpc>
              <a:spcBef>
                <a:spcPts val="1200"/>
              </a:spcBef>
              <a:spcAft>
                <a:spcPts val="0"/>
              </a:spcAft>
              <a:buNone/>
            </a:pPr>
            <a:endParaRPr sz="2600">
              <a:latin typeface="Book Antiqua"/>
              <a:ea typeface="Book Antiqua"/>
              <a:cs typeface="Book Antiqua"/>
              <a:sym typeface="Book Antiqua"/>
            </a:endParaRPr>
          </a:p>
          <a:p>
            <a:pPr marL="457200" lvl="0" indent="0" algn="l" rtl="0">
              <a:lnSpc>
                <a:spcPct val="98181"/>
              </a:lnSpc>
              <a:spcBef>
                <a:spcPts val="1200"/>
              </a:spcBef>
              <a:spcAft>
                <a:spcPts val="0"/>
              </a:spcAft>
              <a:buNone/>
            </a:pPr>
            <a:endParaRPr sz="2400">
              <a:latin typeface="Book Antiqua"/>
              <a:ea typeface="Book Antiqua"/>
              <a:cs typeface="Book Antiqua"/>
              <a:sym typeface="Book Antiqua"/>
            </a:endParaRPr>
          </a:p>
          <a:p>
            <a:pPr marL="457200" lvl="0" indent="0" algn="l" rtl="0">
              <a:lnSpc>
                <a:spcPct val="98181"/>
              </a:lnSpc>
              <a:spcBef>
                <a:spcPts val="1000"/>
              </a:spcBef>
              <a:spcAft>
                <a:spcPts val="0"/>
              </a:spcAft>
              <a:buSzPts val="1800"/>
              <a:buNone/>
            </a:pPr>
            <a:endParaRPr sz="2400">
              <a:latin typeface="Book Antiqua"/>
              <a:ea typeface="Book Antiqua"/>
              <a:cs typeface="Book Antiqua"/>
              <a:sym typeface="Book Antiqua"/>
            </a:endParaRPr>
          </a:p>
          <a:p>
            <a:pPr marL="0" lvl="0" indent="0" algn="l" rtl="0">
              <a:lnSpc>
                <a:spcPct val="98181"/>
              </a:lnSpc>
              <a:spcBef>
                <a:spcPts val="1000"/>
              </a:spcBef>
              <a:spcAft>
                <a:spcPts val="0"/>
              </a:spcAft>
              <a:buSzPts val="1800"/>
              <a:buNone/>
            </a:pPr>
            <a:endParaRPr sz="3000">
              <a:latin typeface="Book Antiqua"/>
              <a:ea typeface="Book Antiqua"/>
              <a:cs typeface="Book Antiqua"/>
              <a:sym typeface="Book Antiqua"/>
            </a:endParaRPr>
          </a:p>
          <a:p>
            <a:pPr marL="0" lvl="0" indent="0" algn="l" rtl="0">
              <a:lnSpc>
                <a:spcPct val="70000"/>
              </a:lnSpc>
              <a:spcBef>
                <a:spcPts val="1000"/>
              </a:spcBef>
              <a:spcAft>
                <a:spcPts val="0"/>
              </a:spcAft>
              <a:buSzPts val="1641"/>
              <a:buNone/>
            </a:pPr>
            <a:endParaRPr sz="2670">
              <a:latin typeface="Book Antiqua"/>
              <a:ea typeface="Book Antiqua"/>
              <a:cs typeface="Book Antiqua"/>
              <a:sym typeface="Book Antiqua"/>
            </a:endParaRPr>
          </a:p>
        </p:txBody>
      </p:sp>
      <p:sp>
        <p:nvSpPr>
          <p:cNvPr id="250" name="Google Shape;250;g2d508f211d5_0_28"/>
          <p:cNvSpPr txBox="1"/>
          <p:nvPr/>
        </p:nvSpPr>
        <p:spPr>
          <a:xfrm>
            <a:off x="1271225" y="3783125"/>
            <a:ext cx="172800" cy="20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800">
                <a:solidFill>
                  <a:srgbClr val="FF0000"/>
                </a:solidFill>
                <a:latin typeface="Trebuchet MS"/>
                <a:ea typeface="Trebuchet MS"/>
                <a:cs typeface="Trebuchet MS"/>
                <a:sym typeface="Trebuchet MS"/>
              </a:rPr>
              <a:t>1</a:t>
            </a:r>
            <a:endParaRPr sz="2800">
              <a:solidFill>
                <a:srgbClr val="FF0000"/>
              </a:solidFill>
              <a:latin typeface="Book Antiqua"/>
              <a:ea typeface="Book Antiqua"/>
              <a:cs typeface="Book Antiqua"/>
              <a:sym typeface="Book Antiqua"/>
            </a:endParaRPr>
          </a:p>
        </p:txBody>
      </p:sp>
      <p:sp>
        <p:nvSpPr>
          <p:cNvPr id="251" name="Google Shape;251;g2d508f211d5_0_28"/>
          <p:cNvSpPr txBox="1"/>
          <p:nvPr/>
        </p:nvSpPr>
        <p:spPr>
          <a:xfrm>
            <a:off x="1804625" y="3935525"/>
            <a:ext cx="172800" cy="20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800">
                <a:solidFill>
                  <a:srgbClr val="FF0000"/>
                </a:solidFill>
                <a:latin typeface="Trebuchet MS"/>
                <a:ea typeface="Trebuchet MS"/>
                <a:cs typeface="Trebuchet MS"/>
                <a:sym typeface="Trebuchet MS"/>
              </a:rPr>
              <a:t>2</a:t>
            </a:r>
            <a:endParaRPr sz="2800">
              <a:solidFill>
                <a:srgbClr val="FF0000"/>
              </a:solidFill>
              <a:latin typeface="Book Antiqua"/>
              <a:ea typeface="Book Antiqua"/>
              <a:cs typeface="Book Antiqua"/>
              <a:sym typeface="Book Antiqua"/>
            </a:endParaRPr>
          </a:p>
          <a:p>
            <a:pPr marL="0" lvl="0" indent="0" algn="l" rtl="0">
              <a:spcBef>
                <a:spcPts val="0"/>
              </a:spcBef>
              <a:spcAft>
                <a:spcPts val="0"/>
              </a:spcAft>
              <a:buNone/>
            </a:pPr>
            <a:endParaRPr sz="2800">
              <a:solidFill>
                <a:srgbClr val="FF0000"/>
              </a:solidFill>
              <a:latin typeface="Trebuchet MS"/>
              <a:ea typeface="Trebuchet MS"/>
              <a:cs typeface="Trebuchet MS"/>
              <a:sym typeface="Trebuchet MS"/>
            </a:endParaRPr>
          </a:p>
        </p:txBody>
      </p:sp>
      <p:sp>
        <p:nvSpPr>
          <p:cNvPr id="252" name="Google Shape;252;g2d508f211d5_0_28"/>
          <p:cNvSpPr txBox="1"/>
          <p:nvPr/>
        </p:nvSpPr>
        <p:spPr>
          <a:xfrm>
            <a:off x="2947625" y="3935525"/>
            <a:ext cx="172800" cy="20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800">
                <a:solidFill>
                  <a:srgbClr val="FF0000"/>
                </a:solidFill>
                <a:latin typeface="Trebuchet MS"/>
                <a:ea typeface="Trebuchet MS"/>
                <a:cs typeface="Trebuchet MS"/>
                <a:sym typeface="Trebuchet MS"/>
              </a:rPr>
              <a:t>3</a:t>
            </a:r>
            <a:endParaRPr sz="2800">
              <a:solidFill>
                <a:srgbClr val="FF0000"/>
              </a:solidFill>
              <a:latin typeface="Book Antiqua"/>
              <a:ea typeface="Book Antiqua"/>
              <a:cs typeface="Book Antiqua"/>
              <a:sym typeface="Book Antiqua"/>
            </a:endParaRPr>
          </a:p>
          <a:p>
            <a:pPr marL="0" lvl="0" indent="0" algn="l" rtl="0">
              <a:spcBef>
                <a:spcPts val="0"/>
              </a:spcBef>
              <a:spcAft>
                <a:spcPts val="0"/>
              </a:spcAft>
              <a:buNone/>
            </a:pPr>
            <a:endParaRPr sz="2800">
              <a:solidFill>
                <a:srgbClr val="FF0000"/>
              </a:solidFill>
              <a:latin typeface="Trebuchet MS"/>
              <a:ea typeface="Trebuchet MS"/>
              <a:cs typeface="Trebuchet MS"/>
              <a:sym typeface="Trebuchet MS"/>
            </a:endParaRPr>
          </a:p>
        </p:txBody>
      </p:sp>
      <p:sp>
        <p:nvSpPr>
          <p:cNvPr id="253" name="Google Shape;253;g2d508f211d5_0_28"/>
          <p:cNvSpPr txBox="1"/>
          <p:nvPr/>
        </p:nvSpPr>
        <p:spPr>
          <a:xfrm>
            <a:off x="4624025" y="3630725"/>
            <a:ext cx="172800" cy="20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800">
                <a:solidFill>
                  <a:srgbClr val="FF0000"/>
                </a:solidFill>
                <a:latin typeface="Trebuchet MS"/>
                <a:ea typeface="Trebuchet MS"/>
                <a:cs typeface="Trebuchet MS"/>
                <a:sym typeface="Trebuchet MS"/>
              </a:rPr>
              <a:t>4</a:t>
            </a:r>
            <a:endParaRPr sz="2800">
              <a:solidFill>
                <a:srgbClr val="FF0000"/>
              </a:solidFill>
              <a:latin typeface="Book Antiqua"/>
              <a:ea typeface="Book Antiqua"/>
              <a:cs typeface="Book Antiqua"/>
              <a:sym typeface="Book Antiqua"/>
            </a:endParaRPr>
          </a:p>
          <a:p>
            <a:pPr marL="0" lvl="0" indent="0" algn="l" rtl="0">
              <a:spcBef>
                <a:spcPts val="0"/>
              </a:spcBef>
              <a:spcAft>
                <a:spcPts val="0"/>
              </a:spcAft>
              <a:buNone/>
            </a:pPr>
            <a:endParaRPr sz="2800">
              <a:solidFill>
                <a:srgbClr val="FF0000"/>
              </a:solidFill>
              <a:latin typeface="Trebuchet MS"/>
              <a:ea typeface="Trebuchet MS"/>
              <a:cs typeface="Trebuchet MS"/>
              <a:sym typeface="Trebuchet MS"/>
            </a:endParaRPr>
          </a:p>
        </p:txBody>
      </p:sp>
      <p:sp>
        <p:nvSpPr>
          <p:cNvPr id="254" name="Google Shape;254;g2d508f211d5_0_28"/>
          <p:cNvSpPr txBox="1"/>
          <p:nvPr/>
        </p:nvSpPr>
        <p:spPr>
          <a:xfrm>
            <a:off x="5767025" y="3478325"/>
            <a:ext cx="172800" cy="20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800">
                <a:solidFill>
                  <a:srgbClr val="FF0000"/>
                </a:solidFill>
                <a:latin typeface="Trebuchet MS"/>
                <a:ea typeface="Trebuchet MS"/>
                <a:cs typeface="Trebuchet MS"/>
                <a:sym typeface="Trebuchet MS"/>
              </a:rPr>
              <a:t>5</a:t>
            </a:r>
            <a:endParaRPr sz="2800">
              <a:solidFill>
                <a:srgbClr val="FF0000"/>
              </a:solidFill>
              <a:latin typeface="Book Antiqua"/>
              <a:ea typeface="Book Antiqua"/>
              <a:cs typeface="Book Antiqua"/>
              <a:sym typeface="Book Antiqua"/>
            </a:endParaRPr>
          </a:p>
          <a:p>
            <a:pPr marL="0" lvl="0" indent="0" algn="l" rtl="0">
              <a:spcBef>
                <a:spcPts val="0"/>
              </a:spcBef>
              <a:spcAft>
                <a:spcPts val="0"/>
              </a:spcAft>
              <a:buNone/>
            </a:pPr>
            <a:endParaRPr sz="2800">
              <a:solidFill>
                <a:srgbClr val="FF0000"/>
              </a:solidFill>
              <a:latin typeface="Trebuchet MS"/>
              <a:ea typeface="Trebuchet MS"/>
              <a:cs typeface="Trebuchet MS"/>
              <a:sym typeface="Trebuchet M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Median">
      <a:dk1>
        <a:srgbClr val="000000"/>
      </a:dk1>
      <a:lt1>
        <a:srgbClr val="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902</Words>
  <Application>Microsoft Macintosh PowerPoint</Application>
  <PresentationFormat>Widescreen</PresentationFormat>
  <Paragraphs>119</Paragraphs>
  <Slides>18</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Trebuchet MS</vt:lpstr>
      <vt:lpstr>Noto Sans Symbols</vt:lpstr>
      <vt:lpstr>Calibri</vt:lpstr>
      <vt:lpstr>Book Antiqua</vt:lpstr>
      <vt:lpstr>Arial</vt:lpstr>
      <vt:lpstr>Office Theme</vt:lpstr>
      <vt:lpstr>PowerPoint Presentation</vt:lpstr>
      <vt:lpstr>PowerPoint Presentation</vt:lpstr>
      <vt:lpstr>Lecture Objectives and Learning outcomes</vt:lpstr>
      <vt:lpstr>Lecture Overview</vt:lpstr>
      <vt:lpstr>Data Mining Techniques</vt:lpstr>
      <vt:lpstr>History of AI analytics</vt:lpstr>
      <vt:lpstr>History of AI analytics</vt:lpstr>
      <vt:lpstr>Unsupervised Machine Learning</vt:lpstr>
      <vt:lpstr>Unsupervised Machine Learning</vt:lpstr>
      <vt:lpstr>Clustering algorithms</vt:lpstr>
      <vt:lpstr>K-means clustering </vt:lpstr>
      <vt:lpstr>Determining the number of clusters (k) </vt:lpstr>
      <vt:lpstr>Model evaluation metrics </vt:lpstr>
      <vt:lpstr>Hierarchical clustering </vt:lpstr>
      <vt:lpstr>Hierarchical clustering </vt:lpstr>
      <vt:lpstr>Hierarchical clustering example </vt:lpstr>
      <vt:lpstr>Hierarchical clustering example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Microsoft Office User</dc:creator>
  <cp:lastModifiedBy>Daphne Bitalo</cp:lastModifiedBy>
  <cp:revision>1</cp:revision>
  <dcterms:created xsi:type="dcterms:W3CDTF">2023-08-23T08:11:39Z</dcterms:created>
  <dcterms:modified xsi:type="dcterms:W3CDTF">2025-09-25T06:16:24Z</dcterms:modified>
</cp:coreProperties>
</file>